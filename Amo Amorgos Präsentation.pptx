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69" r:id="rId5"/>
    <p:sldId id="270" r:id="rId6"/>
    <p:sldId id="282" r:id="rId7"/>
    <p:sldId id="259" r:id="rId8"/>
    <p:sldId id="284" r:id="rId9"/>
    <p:sldId id="298" r:id="rId10"/>
    <p:sldId id="291" r:id="rId11"/>
    <p:sldId id="299" r:id="rId12"/>
    <p:sldId id="278" r:id="rId13"/>
    <p:sldId id="300" r:id="rId14"/>
    <p:sldId id="283" r:id="rId15"/>
    <p:sldId id="301" r:id="rId16"/>
    <p:sldId id="286" r:id="rId17"/>
    <p:sldId id="302" r:id="rId18"/>
    <p:sldId id="303" r:id="rId19"/>
    <p:sldId id="304" r:id="rId20"/>
    <p:sldId id="273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D092A9C-A4EF-48EE-9549-3798257BF970}">
          <p14:sldIdLst>
            <p14:sldId id="269"/>
            <p14:sldId id="270"/>
          </p14:sldIdLst>
        </p14:section>
        <p14:section name="Agendapunkt 1" id="{C57F144F-1983-4583-B640-39B51A65D0BE}">
          <p14:sldIdLst>
            <p14:sldId id="282"/>
            <p14:sldId id="259"/>
            <p14:sldId id="284"/>
            <p14:sldId id="298"/>
            <p14:sldId id="291"/>
            <p14:sldId id="299"/>
            <p14:sldId id="278"/>
            <p14:sldId id="300"/>
            <p14:sldId id="283"/>
            <p14:sldId id="301"/>
            <p14:sldId id="286"/>
            <p14:sldId id="302"/>
            <p14:sldId id="303"/>
            <p14:sldId id="304"/>
          </p14:sldIdLst>
        </p14:section>
        <p14:section name="Abschluss" id="{50F592AC-EE85-4A62-A6E6-8E642F41DF65}">
          <p14:sldIdLst>
            <p14:sldId id="273"/>
          </p14:sldIdLst>
        </p14:section>
        <p14:section name="Icons" id="{7CE35CA0-4843-48CE-A04E-2857625CA00A}">
          <p14:sldIdLst/>
        </p14:section>
        <p14:section name="Farbpalette" id="{6D78F0F3-DBA4-43F6-87F5-A1E4742B16E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8C40"/>
    <a:srgbClr val="F0761A"/>
    <a:srgbClr val="D4D4D4"/>
    <a:srgbClr val="F7BA8C"/>
    <a:srgbClr val="FAD1B2"/>
    <a:srgbClr val="EE6600"/>
    <a:srgbClr val="FCE8D9"/>
    <a:srgbClr val="F8C299"/>
    <a:srgbClr val="FCE0CC"/>
    <a:srgbClr val="FE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958333333333333"/>
          <c:y val="3.4375000000000003E-2"/>
          <c:w val="0.62083333333333335"/>
          <c:h val="0.93125000000000002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rgbClr val="EE6600"/>
            </a:solidFill>
          </c:spPr>
          <c:dPt>
            <c:idx val="0"/>
            <c:bubble3D val="0"/>
            <c:spPr>
              <a:solidFill>
                <a:srgbClr val="EE6600">
                  <a:alpha val="4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F5-47E0-AA73-F9DAF667F94B}"/>
              </c:ext>
            </c:extLst>
          </c:dPt>
          <c:dPt>
            <c:idx val="1"/>
            <c:bubble3D val="0"/>
            <c:explosion val="1"/>
            <c:spPr>
              <a:solidFill>
                <a:srgbClr val="EE6600">
                  <a:alpha val="6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F5-47E0-AA73-F9DAF667F94B}"/>
              </c:ext>
            </c:extLst>
          </c:dPt>
          <c:dPt>
            <c:idx val="2"/>
            <c:bubble3D val="0"/>
            <c:spPr>
              <a:solidFill>
                <a:srgbClr val="EE6600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F5-47E0-AA73-F9DAF667F94B}"/>
              </c:ext>
            </c:extLst>
          </c:dPt>
          <c:dPt>
            <c:idx val="3"/>
            <c:bubble3D val="0"/>
            <c:spPr>
              <a:solidFill>
                <a:srgbClr val="EE66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F5-47E0-AA73-F9DAF667F94B}"/>
              </c:ext>
            </c:extLst>
          </c:dPt>
          <c:cat>
            <c:numRef>
              <c:f>Tabelle1!$A$2:$A$5</c:f>
              <c:numCache>
                <c:formatCode>General</c:formatCode>
                <c:ptCount val="4"/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F5-47E0-AA73-F9DAF667F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958333333333333"/>
          <c:y val="3.4375000000000003E-2"/>
          <c:w val="0.62083333333333335"/>
          <c:h val="0.93125000000000002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rgbClr val="EE6600"/>
            </a:solidFill>
          </c:spPr>
          <c:dPt>
            <c:idx val="0"/>
            <c:bubble3D val="0"/>
            <c:spPr>
              <a:solidFill>
                <a:srgbClr val="EE6600">
                  <a:alpha val="2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F5-47E0-AA73-F9DAF667F94B}"/>
              </c:ext>
            </c:extLst>
          </c:dPt>
          <c:dPt>
            <c:idx val="1"/>
            <c:bubble3D val="0"/>
            <c:spPr>
              <a:solidFill>
                <a:srgbClr val="EE6600">
                  <a:alpha val="4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F5-47E0-AA73-F9DAF667F94B}"/>
              </c:ext>
            </c:extLst>
          </c:dPt>
          <c:dPt>
            <c:idx val="2"/>
            <c:bubble3D val="0"/>
            <c:spPr>
              <a:solidFill>
                <a:srgbClr val="EE6600">
                  <a:alpha val="6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F5-47E0-AA73-F9DAF667F94B}"/>
              </c:ext>
            </c:extLst>
          </c:dPt>
          <c:dPt>
            <c:idx val="3"/>
            <c:bubble3D val="0"/>
            <c:spPr>
              <a:solidFill>
                <a:srgbClr val="EE6600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F5-47E0-AA73-F9DAF667F94B}"/>
              </c:ext>
            </c:extLst>
          </c:dPt>
          <c:dPt>
            <c:idx val="4"/>
            <c:bubble3D val="0"/>
            <c:spPr>
              <a:solidFill>
                <a:srgbClr val="EE66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BF5-47E0-AA73-F9DAF667F94B}"/>
              </c:ext>
            </c:extLst>
          </c:dPt>
          <c:cat>
            <c:numRef>
              <c:f>Tabelle1!$A$2:$A$6</c:f>
              <c:numCache>
                <c:formatCode>General</c:formatCode>
                <c:ptCount val="5"/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F5-47E0-AA73-F9DAF667F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958333333333333"/>
          <c:y val="3.4375000000000003E-2"/>
          <c:w val="0.62083333333333335"/>
          <c:h val="0.93125000000000002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rgbClr val="EE6600"/>
            </a:solidFill>
          </c:spPr>
          <c:dPt>
            <c:idx val="0"/>
            <c:bubble3D val="0"/>
            <c:spPr>
              <a:solidFill>
                <a:srgbClr val="EE6600">
                  <a:alpha val="5098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F5-47E0-AA73-F9DAF667F94B}"/>
              </c:ext>
            </c:extLst>
          </c:dPt>
          <c:dPt>
            <c:idx val="1"/>
            <c:bubble3D val="0"/>
            <c:spPr>
              <a:solidFill>
                <a:srgbClr val="EE6600">
                  <a:alpha val="2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F5-47E0-AA73-F9DAF667F94B}"/>
              </c:ext>
            </c:extLst>
          </c:dPt>
          <c:dPt>
            <c:idx val="2"/>
            <c:bubble3D val="0"/>
            <c:spPr>
              <a:solidFill>
                <a:srgbClr val="EE6600">
                  <a:alpha val="4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F5-47E0-AA73-F9DAF667F94B}"/>
              </c:ext>
            </c:extLst>
          </c:dPt>
          <c:dPt>
            <c:idx val="3"/>
            <c:bubble3D val="0"/>
            <c:spPr>
              <a:solidFill>
                <a:srgbClr val="EE6600">
                  <a:alpha val="6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F5-47E0-AA73-F9DAF667F94B}"/>
              </c:ext>
            </c:extLst>
          </c:dPt>
          <c:dPt>
            <c:idx val="4"/>
            <c:bubble3D val="0"/>
            <c:spPr>
              <a:solidFill>
                <a:srgbClr val="EE6600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BF5-47E0-AA73-F9DAF667F94B}"/>
              </c:ext>
            </c:extLst>
          </c:dPt>
          <c:dPt>
            <c:idx val="5"/>
            <c:bubble3D val="0"/>
            <c:spPr>
              <a:solidFill>
                <a:srgbClr val="EE66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4B9-4F35-A3B2-76C40CDC7553}"/>
              </c:ext>
            </c:extLst>
          </c:dPt>
          <c:cat>
            <c:numRef>
              <c:f>Tabelle1!$A$2:$A$7</c:f>
              <c:numCache>
                <c:formatCode>General</c:formatCode>
                <c:ptCount val="6"/>
              </c:numCache>
            </c:num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F5-47E0-AA73-F9DAF667F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958333333333333"/>
          <c:y val="3.4375000000000003E-2"/>
          <c:w val="0.62083333333333335"/>
          <c:h val="0.93125000000000002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rgbClr val="EE6600"/>
            </a:solidFill>
          </c:spPr>
          <c:dPt>
            <c:idx val="0"/>
            <c:bubble3D val="0"/>
            <c:spPr>
              <a:solidFill>
                <a:srgbClr val="EE6600">
                  <a:alpha val="14902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F5-47E0-AA73-F9DAF667F94B}"/>
              </c:ext>
            </c:extLst>
          </c:dPt>
          <c:dPt>
            <c:idx val="1"/>
            <c:bubble3D val="0"/>
            <c:spPr>
              <a:solidFill>
                <a:srgbClr val="EE6600">
                  <a:alpha val="30196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F5-47E0-AA73-F9DAF667F94B}"/>
              </c:ext>
            </c:extLst>
          </c:dPt>
          <c:dPt>
            <c:idx val="2"/>
            <c:bubble3D val="0"/>
            <c:spPr>
              <a:solidFill>
                <a:srgbClr val="EE6600">
                  <a:alpha val="45098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F5-47E0-AA73-F9DAF667F94B}"/>
              </c:ext>
            </c:extLst>
          </c:dPt>
          <c:dPt>
            <c:idx val="3"/>
            <c:bubble3D val="0"/>
            <c:spPr>
              <a:solidFill>
                <a:srgbClr val="EE6600">
                  <a:alpha val="6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F5-47E0-AA73-F9DAF667F94B}"/>
              </c:ext>
            </c:extLst>
          </c:dPt>
          <c:dPt>
            <c:idx val="4"/>
            <c:bubble3D val="0"/>
            <c:spPr>
              <a:solidFill>
                <a:srgbClr val="EE6600">
                  <a:alpha val="74902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BF5-47E0-AA73-F9DAF667F94B}"/>
              </c:ext>
            </c:extLst>
          </c:dPt>
          <c:dPt>
            <c:idx val="5"/>
            <c:bubble3D val="0"/>
            <c:spPr>
              <a:solidFill>
                <a:srgbClr val="EE6600">
                  <a:alpha val="89804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336E-4080-915A-0B24EFF99277}"/>
              </c:ext>
            </c:extLst>
          </c:dPt>
          <c:dPt>
            <c:idx val="6"/>
            <c:bubble3D val="0"/>
            <c:spPr>
              <a:solidFill>
                <a:srgbClr val="EE66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FB7-43F5-8EF0-0E5861C339E7}"/>
              </c:ext>
            </c:extLst>
          </c:dPt>
          <c:cat>
            <c:numRef>
              <c:f>Tabelle1!$A$2:$A$8</c:f>
              <c:numCache>
                <c:formatCode>General</c:formatCode>
                <c:ptCount val="7"/>
              </c:numCache>
            </c:num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F5-47E0-AA73-F9DAF667F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830E10-4FC8-4989-A8F5-B4FF96BFCDF4}" type="doc">
      <dgm:prSet loTypeId="urn:microsoft.com/office/officeart/2005/8/layout/gear1" loCatId="process" qsTypeId="urn:microsoft.com/office/officeart/2005/8/quickstyle/simple1" qsCatId="simple" csTypeId="urn:microsoft.com/office/officeart/2005/8/colors/accent2_4" csCatId="accent2" phldr="1"/>
      <dgm:spPr/>
    </dgm:pt>
    <dgm:pt modelId="{65C8236B-35C1-4BB6-964C-35C5DC3146AC}">
      <dgm:prSet phldrT="[Text]" custT="1"/>
      <dgm:spPr/>
      <dgm:t>
        <a:bodyPr/>
        <a:lstStyle/>
        <a:p>
          <a:r>
            <a:rPr lang="de-DE" sz="2000"/>
            <a:t> </a:t>
          </a:r>
        </a:p>
      </dgm:t>
    </dgm:pt>
    <dgm:pt modelId="{92C6728B-E114-4FC7-A13B-72C4418A1C50}" type="parTrans" cxnId="{DFDFD3D4-1660-4DC1-A53F-48249969D334}">
      <dgm:prSet/>
      <dgm:spPr/>
      <dgm:t>
        <a:bodyPr/>
        <a:lstStyle/>
        <a:p>
          <a:endParaRPr lang="de-DE"/>
        </a:p>
      </dgm:t>
    </dgm:pt>
    <dgm:pt modelId="{3DFAE460-8201-488D-866E-B70850702B93}" type="sibTrans" cxnId="{DFDFD3D4-1660-4DC1-A53F-48249969D334}">
      <dgm:prSet/>
      <dgm:spPr/>
      <dgm:t>
        <a:bodyPr/>
        <a:lstStyle/>
        <a:p>
          <a:endParaRPr lang="de-DE"/>
        </a:p>
      </dgm:t>
    </dgm:pt>
    <dgm:pt modelId="{D4464EC0-B351-4F0D-B27C-5617D90B18BF}">
      <dgm:prSet phldrT="[Text]" custT="1"/>
      <dgm:spPr/>
      <dgm:t>
        <a:bodyPr/>
        <a:lstStyle/>
        <a:p>
          <a:r>
            <a:rPr lang="de-DE" sz="2000"/>
            <a:t> </a:t>
          </a:r>
        </a:p>
      </dgm:t>
    </dgm:pt>
    <dgm:pt modelId="{0AE1AB73-A557-49BD-9974-03456F9412A8}" type="parTrans" cxnId="{B6E30A55-A1E4-4946-AE5B-5341BC64ED8F}">
      <dgm:prSet/>
      <dgm:spPr/>
      <dgm:t>
        <a:bodyPr/>
        <a:lstStyle/>
        <a:p>
          <a:endParaRPr lang="de-DE"/>
        </a:p>
      </dgm:t>
    </dgm:pt>
    <dgm:pt modelId="{88BA8CAE-4CDB-4583-A315-BE5B2EE05A48}" type="sibTrans" cxnId="{B6E30A55-A1E4-4946-AE5B-5341BC64ED8F}">
      <dgm:prSet/>
      <dgm:spPr/>
      <dgm:t>
        <a:bodyPr/>
        <a:lstStyle/>
        <a:p>
          <a:endParaRPr lang="de-DE"/>
        </a:p>
      </dgm:t>
    </dgm:pt>
    <dgm:pt modelId="{D3CABB62-8BEE-4667-B348-6D90B0A26015}">
      <dgm:prSet phldrT="[Text]" custT="1"/>
      <dgm:spPr/>
      <dgm:t>
        <a:bodyPr/>
        <a:lstStyle/>
        <a:p>
          <a:r>
            <a:rPr lang="de-DE" sz="2000"/>
            <a:t> </a:t>
          </a:r>
        </a:p>
      </dgm:t>
    </dgm:pt>
    <dgm:pt modelId="{346C90D7-390E-44B8-BA8D-858F558391D9}" type="sibTrans" cxnId="{56CA3EFD-E4CD-4FC1-9785-03AA71C3D98C}">
      <dgm:prSet/>
      <dgm:spPr/>
      <dgm:t>
        <a:bodyPr/>
        <a:lstStyle/>
        <a:p>
          <a:endParaRPr lang="de-DE"/>
        </a:p>
      </dgm:t>
    </dgm:pt>
    <dgm:pt modelId="{B6FC2007-F4EC-4CB6-B187-D27D1EC7B8AA}" type="parTrans" cxnId="{56CA3EFD-E4CD-4FC1-9785-03AA71C3D98C}">
      <dgm:prSet/>
      <dgm:spPr/>
      <dgm:t>
        <a:bodyPr/>
        <a:lstStyle/>
        <a:p>
          <a:endParaRPr lang="de-DE"/>
        </a:p>
      </dgm:t>
    </dgm:pt>
    <dgm:pt modelId="{C8596AE0-F0E3-417F-8607-510F19E98C4F}" type="pres">
      <dgm:prSet presAssocID="{A4830E10-4FC8-4989-A8F5-B4FF96BFCDF4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C32E8601-7666-4A99-8FC3-72C0139DADA8}" type="pres">
      <dgm:prSet presAssocID="{65C8236B-35C1-4BB6-964C-35C5DC3146AC}" presName="gear1" presStyleLbl="node1" presStyleIdx="0" presStyleCnt="3">
        <dgm:presLayoutVars>
          <dgm:chMax val="1"/>
          <dgm:bulletEnabled val="1"/>
        </dgm:presLayoutVars>
      </dgm:prSet>
      <dgm:spPr/>
    </dgm:pt>
    <dgm:pt modelId="{D6A4BCEB-51D4-466E-96E5-623DF062A304}" type="pres">
      <dgm:prSet presAssocID="{65C8236B-35C1-4BB6-964C-35C5DC3146AC}" presName="gear1srcNode" presStyleLbl="node1" presStyleIdx="0" presStyleCnt="3"/>
      <dgm:spPr/>
    </dgm:pt>
    <dgm:pt modelId="{9BA36F26-BF95-4642-944C-7DB878352C63}" type="pres">
      <dgm:prSet presAssocID="{65C8236B-35C1-4BB6-964C-35C5DC3146AC}" presName="gear1dstNode" presStyleLbl="node1" presStyleIdx="0" presStyleCnt="3"/>
      <dgm:spPr/>
    </dgm:pt>
    <dgm:pt modelId="{C5C3F50B-A7E8-4E73-B0AC-43790D3E6460}" type="pres">
      <dgm:prSet presAssocID="{D3CABB62-8BEE-4667-B348-6D90B0A26015}" presName="gear2" presStyleLbl="node1" presStyleIdx="1" presStyleCnt="3">
        <dgm:presLayoutVars>
          <dgm:chMax val="1"/>
          <dgm:bulletEnabled val="1"/>
        </dgm:presLayoutVars>
      </dgm:prSet>
      <dgm:spPr/>
    </dgm:pt>
    <dgm:pt modelId="{AC9CC83F-701B-439E-9DDE-41C8F3B80964}" type="pres">
      <dgm:prSet presAssocID="{D3CABB62-8BEE-4667-B348-6D90B0A26015}" presName="gear2srcNode" presStyleLbl="node1" presStyleIdx="1" presStyleCnt="3"/>
      <dgm:spPr/>
    </dgm:pt>
    <dgm:pt modelId="{1DDE767F-9C7D-492B-9BCA-F594DD00E20F}" type="pres">
      <dgm:prSet presAssocID="{D3CABB62-8BEE-4667-B348-6D90B0A26015}" presName="gear2dstNode" presStyleLbl="node1" presStyleIdx="1" presStyleCnt="3"/>
      <dgm:spPr/>
    </dgm:pt>
    <dgm:pt modelId="{7CCFA6EA-C67E-4FAC-BB91-4EA5BAE22D21}" type="pres">
      <dgm:prSet presAssocID="{D4464EC0-B351-4F0D-B27C-5617D90B18BF}" presName="gear3" presStyleLbl="node1" presStyleIdx="2" presStyleCnt="3"/>
      <dgm:spPr/>
    </dgm:pt>
    <dgm:pt modelId="{72011634-F5D6-461D-8EA2-287440FB656B}" type="pres">
      <dgm:prSet presAssocID="{D4464EC0-B351-4F0D-B27C-5617D90B18BF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61AF75-345D-4E07-B18B-E9178FB2EF38}" type="pres">
      <dgm:prSet presAssocID="{D4464EC0-B351-4F0D-B27C-5617D90B18BF}" presName="gear3srcNode" presStyleLbl="node1" presStyleIdx="2" presStyleCnt="3"/>
      <dgm:spPr/>
    </dgm:pt>
    <dgm:pt modelId="{27CD4640-F6F9-46ED-A9B9-36EBFB55F61F}" type="pres">
      <dgm:prSet presAssocID="{D4464EC0-B351-4F0D-B27C-5617D90B18BF}" presName="gear3dstNode" presStyleLbl="node1" presStyleIdx="2" presStyleCnt="3"/>
      <dgm:spPr/>
    </dgm:pt>
    <dgm:pt modelId="{5E7A51A4-518F-465B-98BD-CC9937F896B6}" type="pres">
      <dgm:prSet presAssocID="{3DFAE460-8201-488D-866E-B70850702B93}" presName="connector1" presStyleLbl="sibTrans2D1" presStyleIdx="0" presStyleCnt="3"/>
      <dgm:spPr/>
    </dgm:pt>
    <dgm:pt modelId="{7DD3F915-F2F3-4D95-8CDD-0F7E3B412ACF}" type="pres">
      <dgm:prSet presAssocID="{346C90D7-390E-44B8-BA8D-858F558391D9}" presName="connector2" presStyleLbl="sibTrans2D1" presStyleIdx="1" presStyleCnt="3"/>
      <dgm:spPr/>
    </dgm:pt>
    <dgm:pt modelId="{BEF10919-47C3-440A-82B1-F62F08A3F3DC}" type="pres">
      <dgm:prSet presAssocID="{88BA8CAE-4CDB-4583-A315-BE5B2EE05A48}" presName="connector3" presStyleLbl="sibTrans2D1" presStyleIdx="2" presStyleCnt="3"/>
      <dgm:spPr/>
    </dgm:pt>
  </dgm:ptLst>
  <dgm:cxnLst>
    <dgm:cxn modelId="{6CD2E439-F3C1-49AB-A87A-BC9592C8D668}" type="presOf" srcId="{346C90D7-390E-44B8-BA8D-858F558391D9}" destId="{7DD3F915-F2F3-4D95-8CDD-0F7E3B412ACF}" srcOrd="0" destOrd="0" presId="urn:microsoft.com/office/officeart/2005/8/layout/gear1"/>
    <dgm:cxn modelId="{6403A33C-B3B4-45D7-B030-0A5424A8F91D}" type="presOf" srcId="{D4464EC0-B351-4F0D-B27C-5617D90B18BF}" destId="{27CD4640-F6F9-46ED-A9B9-36EBFB55F61F}" srcOrd="3" destOrd="0" presId="urn:microsoft.com/office/officeart/2005/8/layout/gear1"/>
    <dgm:cxn modelId="{0125C75B-5CC1-4389-A6CF-1002EBAEC75D}" type="presOf" srcId="{D4464EC0-B351-4F0D-B27C-5617D90B18BF}" destId="{7CCFA6EA-C67E-4FAC-BB91-4EA5BAE22D21}" srcOrd="0" destOrd="0" presId="urn:microsoft.com/office/officeart/2005/8/layout/gear1"/>
    <dgm:cxn modelId="{B6E30A55-A1E4-4946-AE5B-5341BC64ED8F}" srcId="{A4830E10-4FC8-4989-A8F5-B4FF96BFCDF4}" destId="{D4464EC0-B351-4F0D-B27C-5617D90B18BF}" srcOrd="2" destOrd="0" parTransId="{0AE1AB73-A557-49BD-9974-03456F9412A8}" sibTransId="{88BA8CAE-4CDB-4583-A315-BE5B2EE05A48}"/>
    <dgm:cxn modelId="{761FCB79-9F53-45B7-B415-DE89F8AD07F3}" type="presOf" srcId="{D3CABB62-8BEE-4667-B348-6D90B0A26015}" destId="{C5C3F50B-A7E8-4E73-B0AC-43790D3E6460}" srcOrd="0" destOrd="0" presId="urn:microsoft.com/office/officeart/2005/8/layout/gear1"/>
    <dgm:cxn modelId="{A89C1581-BDDA-487B-B8B4-9FF13084AE6F}" type="presOf" srcId="{65C8236B-35C1-4BB6-964C-35C5DC3146AC}" destId="{C32E8601-7666-4A99-8FC3-72C0139DADA8}" srcOrd="0" destOrd="0" presId="urn:microsoft.com/office/officeart/2005/8/layout/gear1"/>
    <dgm:cxn modelId="{B7CB3F83-8393-4AEC-9971-1F3D41F9CEC8}" type="presOf" srcId="{65C8236B-35C1-4BB6-964C-35C5DC3146AC}" destId="{9BA36F26-BF95-4642-944C-7DB878352C63}" srcOrd="2" destOrd="0" presId="urn:microsoft.com/office/officeart/2005/8/layout/gear1"/>
    <dgm:cxn modelId="{A6898387-1391-4CBC-A58F-D8131F2EB6B3}" type="presOf" srcId="{D4464EC0-B351-4F0D-B27C-5617D90B18BF}" destId="{DD61AF75-345D-4E07-B18B-E9178FB2EF38}" srcOrd="2" destOrd="0" presId="urn:microsoft.com/office/officeart/2005/8/layout/gear1"/>
    <dgm:cxn modelId="{6C9FD488-12AE-4641-9432-CD0003C17247}" type="presOf" srcId="{3DFAE460-8201-488D-866E-B70850702B93}" destId="{5E7A51A4-518F-465B-98BD-CC9937F896B6}" srcOrd="0" destOrd="0" presId="urn:microsoft.com/office/officeart/2005/8/layout/gear1"/>
    <dgm:cxn modelId="{CFDE26BF-E8A4-4F9E-AE73-0A43DA47A4D4}" type="presOf" srcId="{88BA8CAE-4CDB-4583-A315-BE5B2EE05A48}" destId="{BEF10919-47C3-440A-82B1-F62F08A3F3DC}" srcOrd="0" destOrd="0" presId="urn:microsoft.com/office/officeart/2005/8/layout/gear1"/>
    <dgm:cxn modelId="{2D7E37C1-C9F1-4472-9538-71743206A7F3}" type="presOf" srcId="{D3CABB62-8BEE-4667-B348-6D90B0A26015}" destId="{1DDE767F-9C7D-492B-9BCA-F594DD00E20F}" srcOrd="2" destOrd="0" presId="urn:microsoft.com/office/officeart/2005/8/layout/gear1"/>
    <dgm:cxn modelId="{5C7766C5-3106-4EF0-925C-AD83EE8BB466}" type="presOf" srcId="{D3CABB62-8BEE-4667-B348-6D90B0A26015}" destId="{AC9CC83F-701B-439E-9DDE-41C8F3B80964}" srcOrd="1" destOrd="0" presId="urn:microsoft.com/office/officeart/2005/8/layout/gear1"/>
    <dgm:cxn modelId="{DFDFD3D4-1660-4DC1-A53F-48249969D334}" srcId="{A4830E10-4FC8-4989-A8F5-B4FF96BFCDF4}" destId="{65C8236B-35C1-4BB6-964C-35C5DC3146AC}" srcOrd="0" destOrd="0" parTransId="{92C6728B-E114-4FC7-A13B-72C4418A1C50}" sibTransId="{3DFAE460-8201-488D-866E-B70850702B93}"/>
    <dgm:cxn modelId="{FA2A4ED7-ED75-40AD-A053-F7757C6E0D81}" type="presOf" srcId="{D4464EC0-B351-4F0D-B27C-5617D90B18BF}" destId="{72011634-F5D6-461D-8EA2-287440FB656B}" srcOrd="1" destOrd="0" presId="urn:microsoft.com/office/officeart/2005/8/layout/gear1"/>
    <dgm:cxn modelId="{F24B84E0-CEF7-4182-B8AA-8A3E0BFFC4E7}" type="presOf" srcId="{65C8236B-35C1-4BB6-964C-35C5DC3146AC}" destId="{D6A4BCEB-51D4-466E-96E5-623DF062A304}" srcOrd="1" destOrd="0" presId="urn:microsoft.com/office/officeart/2005/8/layout/gear1"/>
    <dgm:cxn modelId="{3B45E2E5-AA19-4F3F-AFC7-9CEF4986EEF0}" type="presOf" srcId="{A4830E10-4FC8-4989-A8F5-B4FF96BFCDF4}" destId="{C8596AE0-F0E3-417F-8607-510F19E98C4F}" srcOrd="0" destOrd="0" presId="urn:microsoft.com/office/officeart/2005/8/layout/gear1"/>
    <dgm:cxn modelId="{56CA3EFD-E4CD-4FC1-9785-03AA71C3D98C}" srcId="{A4830E10-4FC8-4989-A8F5-B4FF96BFCDF4}" destId="{D3CABB62-8BEE-4667-B348-6D90B0A26015}" srcOrd="1" destOrd="0" parTransId="{B6FC2007-F4EC-4CB6-B187-D27D1EC7B8AA}" sibTransId="{346C90D7-390E-44B8-BA8D-858F558391D9}"/>
    <dgm:cxn modelId="{2E37246D-E5D8-4CA1-959C-3DED9C47FF61}" type="presParOf" srcId="{C8596AE0-F0E3-417F-8607-510F19E98C4F}" destId="{C32E8601-7666-4A99-8FC3-72C0139DADA8}" srcOrd="0" destOrd="0" presId="urn:microsoft.com/office/officeart/2005/8/layout/gear1"/>
    <dgm:cxn modelId="{94D2B42F-D33D-4F31-90C6-233E3907D52C}" type="presParOf" srcId="{C8596AE0-F0E3-417F-8607-510F19E98C4F}" destId="{D6A4BCEB-51D4-466E-96E5-623DF062A304}" srcOrd="1" destOrd="0" presId="urn:microsoft.com/office/officeart/2005/8/layout/gear1"/>
    <dgm:cxn modelId="{6CEDD89B-1887-4F2F-B478-15110D6F0621}" type="presParOf" srcId="{C8596AE0-F0E3-417F-8607-510F19E98C4F}" destId="{9BA36F26-BF95-4642-944C-7DB878352C63}" srcOrd="2" destOrd="0" presId="urn:microsoft.com/office/officeart/2005/8/layout/gear1"/>
    <dgm:cxn modelId="{B76B8CED-321D-4BC8-8675-B0D454F7D184}" type="presParOf" srcId="{C8596AE0-F0E3-417F-8607-510F19E98C4F}" destId="{C5C3F50B-A7E8-4E73-B0AC-43790D3E6460}" srcOrd="3" destOrd="0" presId="urn:microsoft.com/office/officeart/2005/8/layout/gear1"/>
    <dgm:cxn modelId="{CF8BD2D0-C7E3-4DE4-8CCC-7A9B5927636F}" type="presParOf" srcId="{C8596AE0-F0E3-417F-8607-510F19E98C4F}" destId="{AC9CC83F-701B-439E-9DDE-41C8F3B80964}" srcOrd="4" destOrd="0" presId="urn:microsoft.com/office/officeart/2005/8/layout/gear1"/>
    <dgm:cxn modelId="{FBF2A136-0A7A-4821-94F3-1A94ABBFF727}" type="presParOf" srcId="{C8596AE0-F0E3-417F-8607-510F19E98C4F}" destId="{1DDE767F-9C7D-492B-9BCA-F594DD00E20F}" srcOrd="5" destOrd="0" presId="urn:microsoft.com/office/officeart/2005/8/layout/gear1"/>
    <dgm:cxn modelId="{2258E6F9-FF07-4BB0-8458-CFAFC1A456ED}" type="presParOf" srcId="{C8596AE0-F0E3-417F-8607-510F19E98C4F}" destId="{7CCFA6EA-C67E-4FAC-BB91-4EA5BAE22D21}" srcOrd="6" destOrd="0" presId="urn:microsoft.com/office/officeart/2005/8/layout/gear1"/>
    <dgm:cxn modelId="{ABF56F30-4530-4388-B751-433685D0E42A}" type="presParOf" srcId="{C8596AE0-F0E3-417F-8607-510F19E98C4F}" destId="{72011634-F5D6-461D-8EA2-287440FB656B}" srcOrd="7" destOrd="0" presId="urn:microsoft.com/office/officeart/2005/8/layout/gear1"/>
    <dgm:cxn modelId="{52809F72-BB07-438B-8310-025523B47266}" type="presParOf" srcId="{C8596AE0-F0E3-417F-8607-510F19E98C4F}" destId="{DD61AF75-345D-4E07-B18B-E9178FB2EF38}" srcOrd="8" destOrd="0" presId="urn:microsoft.com/office/officeart/2005/8/layout/gear1"/>
    <dgm:cxn modelId="{B338F95E-B15F-4464-A389-194DFCED1361}" type="presParOf" srcId="{C8596AE0-F0E3-417F-8607-510F19E98C4F}" destId="{27CD4640-F6F9-46ED-A9B9-36EBFB55F61F}" srcOrd="9" destOrd="0" presId="urn:microsoft.com/office/officeart/2005/8/layout/gear1"/>
    <dgm:cxn modelId="{24279AC7-79E8-4B3E-BD54-8476498610BB}" type="presParOf" srcId="{C8596AE0-F0E3-417F-8607-510F19E98C4F}" destId="{5E7A51A4-518F-465B-98BD-CC9937F896B6}" srcOrd="10" destOrd="0" presId="urn:microsoft.com/office/officeart/2005/8/layout/gear1"/>
    <dgm:cxn modelId="{1B4BDB85-6277-4083-93A7-1AB5D234C77B}" type="presParOf" srcId="{C8596AE0-F0E3-417F-8607-510F19E98C4F}" destId="{7DD3F915-F2F3-4D95-8CDD-0F7E3B412ACF}" srcOrd="11" destOrd="0" presId="urn:microsoft.com/office/officeart/2005/8/layout/gear1"/>
    <dgm:cxn modelId="{67E78609-A8E1-4EDC-B5F8-28BF8413D592}" type="presParOf" srcId="{C8596AE0-F0E3-417F-8607-510F19E98C4F}" destId="{BEF10919-47C3-440A-82B1-F62F08A3F3DC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830E10-4FC8-4989-A8F5-B4FF96BFCDF4}" type="doc">
      <dgm:prSet loTypeId="urn:microsoft.com/office/officeart/2005/8/layout/gear1" loCatId="process" qsTypeId="urn:microsoft.com/office/officeart/2005/8/quickstyle/simple1" qsCatId="simple" csTypeId="urn:microsoft.com/office/officeart/2005/8/colors/accent2_4" csCatId="accent2" phldr="1"/>
      <dgm:spPr/>
    </dgm:pt>
    <dgm:pt modelId="{65C8236B-35C1-4BB6-964C-35C5DC3146AC}">
      <dgm:prSet phldrT="[Text]" custT="1"/>
      <dgm:spPr/>
      <dgm:t>
        <a:bodyPr/>
        <a:lstStyle/>
        <a:p>
          <a:r>
            <a:rPr lang="de-DE" sz="2000"/>
            <a:t> </a:t>
          </a:r>
        </a:p>
      </dgm:t>
    </dgm:pt>
    <dgm:pt modelId="{92C6728B-E114-4FC7-A13B-72C4418A1C50}" type="parTrans" cxnId="{DFDFD3D4-1660-4DC1-A53F-48249969D334}">
      <dgm:prSet/>
      <dgm:spPr/>
      <dgm:t>
        <a:bodyPr/>
        <a:lstStyle/>
        <a:p>
          <a:endParaRPr lang="de-DE"/>
        </a:p>
      </dgm:t>
    </dgm:pt>
    <dgm:pt modelId="{3DFAE460-8201-488D-866E-B70850702B93}" type="sibTrans" cxnId="{DFDFD3D4-1660-4DC1-A53F-48249969D334}">
      <dgm:prSet/>
      <dgm:spPr/>
      <dgm:t>
        <a:bodyPr/>
        <a:lstStyle/>
        <a:p>
          <a:endParaRPr lang="de-DE"/>
        </a:p>
      </dgm:t>
    </dgm:pt>
    <dgm:pt modelId="{D4464EC0-B351-4F0D-B27C-5617D90B18BF}">
      <dgm:prSet phldrT="[Text]" custT="1"/>
      <dgm:spPr/>
      <dgm:t>
        <a:bodyPr/>
        <a:lstStyle/>
        <a:p>
          <a:r>
            <a:rPr lang="de-DE" sz="2000"/>
            <a:t> </a:t>
          </a:r>
          <a:r>
            <a:rPr lang="de-DE"/>
            <a:t> </a:t>
          </a:r>
          <a:endParaRPr lang="de-DE" sz="2000"/>
        </a:p>
      </dgm:t>
    </dgm:pt>
    <dgm:pt modelId="{0AE1AB73-A557-49BD-9974-03456F9412A8}" type="parTrans" cxnId="{B6E30A55-A1E4-4946-AE5B-5341BC64ED8F}">
      <dgm:prSet/>
      <dgm:spPr/>
      <dgm:t>
        <a:bodyPr/>
        <a:lstStyle/>
        <a:p>
          <a:endParaRPr lang="de-DE"/>
        </a:p>
      </dgm:t>
    </dgm:pt>
    <dgm:pt modelId="{88BA8CAE-4CDB-4583-A315-BE5B2EE05A48}" type="sibTrans" cxnId="{B6E30A55-A1E4-4946-AE5B-5341BC64ED8F}">
      <dgm:prSet/>
      <dgm:spPr/>
      <dgm:t>
        <a:bodyPr/>
        <a:lstStyle/>
        <a:p>
          <a:endParaRPr lang="de-DE"/>
        </a:p>
      </dgm:t>
    </dgm:pt>
    <dgm:pt modelId="{D3CABB62-8BEE-4667-B348-6D90B0A26015}">
      <dgm:prSet phldrT="[Text]" custT="1"/>
      <dgm:spPr/>
      <dgm:t>
        <a:bodyPr/>
        <a:lstStyle/>
        <a:p>
          <a:r>
            <a:rPr lang="de-DE" sz="2000"/>
            <a:t> </a:t>
          </a:r>
        </a:p>
      </dgm:t>
    </dgm:pt>
    <dgm:pt modelId="{346C90D7-390E-44B8-BA8D-858F558391D9}" type="sibTrans" cxnId="{56CA3EFD-E4CD-4FC1-9785-03AA71C3D98C}">
      <dgm:prSet/>
      <dgm:spPr/>
      <dgm:t>
        <a:bodyPr/>
        <a:lstStyle/>
        <a:p>
          <a:endParaRPr lang="de-DE"/>
        </a:p>
      </dgm:t>
    </dgm:pt>
    <dgm:pt modelId="{B6FC2007-F4EC-4CB6-B187-D27D1EC7B8AA}" type="parTrans" cxnId="{56CA3EFD-E4CD-4FC1-9785-03AA71C3D98C}">
      <dgm:prSet/>
      <dgm:spPr/>
      <dgm:t>
        <a:bodyPr/>
        <a:lstStyle/>
        <a:p>
          <a:endParaRPr lang="de-DE"/>
        </a:p>
      </dgm:t>
    </dgm:pt>
    <dgm:pt modelId="{C8596AE0-F0E3-417F-8607-510F19E98C4F}" type="pres">
      <dgm:prSet presAssocID="{A4830E10-4FC8-4989-A8F5-B4FF96BFCDF4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C32E8601-7666-4A99-8FC3-72C0139DADA8}" type="pres">
      <dgm:prSet presAssocID="{65C8236B-35C1-4BB6-964C-35C5DC3146AC}" presName="gear1" presStyleLbl="node1" presStyleIdx="0" presStyleCnt="3">
        <dgm:presLayoutVars>
          <dgm:chMax val="1"/>
          <dgm:bulletEnabled val="1"/>
        </dgm:presLayoutVars>
      </dgm:prSet>
      <dgm:spPr/>
    </dgm:pt>
    <dgm:pt modelId="{D6A4BCEB-51D4-466E-96E5-623DF062A304}" type="pres">
      <dgm:prSet presAssocID="{65C8236B-35C1-4BB6-964C-35C5DC3146AC}" presName="gear1srcNode" presStyleLbl="node1" presStyleIdx="0" presStyleCnt="3"/>
      <dgm:spPr/>
    </dgm:pt>
    <dgm:pt modelId="{9BA36F26-BF95-4642-944C-7DB878352C63}" type="pres">
      <dgm:prSet presAssocID="{65C8236B-35C1-4BB6-964C-35C5DC3146AC}" presName="gear1dstNode" presStyleLbl="node1" presStyleIdx="0" presStyleCnt="3"/>
      <dgm:spPr/>
    </dgm:pt>
    <dgm:pt modelId="{C5C3F50B-A7E8-4E73-B0AC-43790D3E6460}" type="pres">
      <dgm:prSet presAssocID="{D3CABB62-8BEE-4667-B348-6D90B0A26015}" presName="gear2" presStyleLbl="node1" presStyleIdx="1" presStyleCnt="3">
        <dgm:presLayoutVars>
          <dgm:chMax val="1"/>
          <dgm:bulletEnabled val="1"/>
        </dgm:presLayoutVars>
      </dgm:prSet>
      <dgm:spPr/>
    </dgm:pt>
    <dgm:pt modelId="{AC9CC83F-701B-439E-9DDE-41C8F3B80964}" type="pres">
      <dgm:prSet presAssocID="{D3CABB62-8BEE-4667-B348-6D90B0A26015}" presName="gear2srcNode" presStyleLbl="node1" presStyleIdx="1" presStyleCnt="3"/>
      <dgm:spPr/>
    </dgm:pt>
    <dgm:pt modelId="{1DDE767F-9C7D-492B-9BCA-F594DD00E20F}" type="pres">
      <dgm:prSet presAssocID="{D3CABB62-8BEE-4667-B348-6D90B0A26015}" presName="gear2dstNode" presStyleLbl="node1" presStyleIdx="1" presStyleCnt="3"/>
      <dgm:spPr/>
    </dgm:pt>
    <dgm:pt modelId="{7CCFA6EA-C67E-4FAC-BB91-4EA5BAE22D21}" type="pres">
      <dgm:prSet presAssocID="{D4464EC0-B351-4F0D-B27C-5617D90B18BF}" presName="gear3" presStyleLbl="node1" presStyleIdx="2" presStyleCnt="3"/>
      <dgm:spPr/>
    </dgm:pt>
    <dgm:pt modelId="{72011634-F5D6-461D-8EA2-287440FB656B}" type="pres">
      <dgm:prSet presAssocID="{D4464EC0-B351-4F0D-B27C-5617D90B18BF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61AF75-345D-4E07-B18B-E9178FB2EF38}" type="pres">
      <dgm:prSet presAssocID="{D4464EC0-B351-4F0D-B27C-5617D90B18BF}" presName="gear3srcNode" presStyleLbl="node1" presStyleIdx="2" presStyleCnt="3"/>
      <dgm:spPr/>
    </dgm:pt>
    <dgm:pt modelId="{27CD4640-F6F9-46ED-A9B9-36EBFB55F61F}" type="pres">
      <dgm:prSet presAssocID="{D4464EC0-B351-4F0D-B27C-5617D90B18BF}" presName="gear3dstNode" presStyleLbl="node1" presStyleIdx="2" presStyleCnt="3"/>
      <dgm:spPr/>
    </dgm:pt>
    <dgm:pt modelId="{5E7A51A4-518F-465B-98BD-CC9937F896B6}" type="pres">
      <dgm:prSet presAssocID="{3DFAE460-8201-488D-866E-B70850702B93}" presName="connector1" presStyleLbl="sibTrans2D1" presStyleIdx="0" presStyleCnt="3"/>
      <dgm:spPr/>
    </dgm:pt>
    <dgm:pt modelId="{7DD3F915-F2F3-4D95-8CDD-0F7E3B412ACF}" type="pres">
      <dgm:prSet presAssocID="{346C90D7-390E-44B8-BA8D-858F558391D9}" presName="connector2" presStyleLbl="sibTrans2D1" presStyleIdx="1" presStyleCnt="3"/>
      <dgm:spPr/>
    </dgm:pt>
    <dgm:pt modelId="{BEF10919-47C3-440A-82B1-F62F08A3F3DC}" type="pres">
      <dgm:prSet presAssocID="{88BA8CAE-4CDB-4583-A315-BE5B2EE05A48}" presName="connector3" presStyleLbl="sibTrans2D1" presStyleIdx="2" presStyleCnt="3"/>
      <dgm:spPr/>
    </dgm:pt>
  </dgm:ptLst>
  <dgm:cxnLst>
    <dgm:cxn modelId="{6CD2E439-F3C1-49AB-A87A-BC9592C8D668}" type="presOf" srcId="{346C90D7-390E-44B8-BA8D-858F558391D9}" destId="{7DD3F915-F2F3-4D95-8CDD-0F7E3B412ACF}" srcOrd="0" destOrd="0" presId="urn:microsoft.com/office/officeart/2005/8/layout/gear1"/>
    <dgm:cxn modelId="{6403A33C-B3B4-45D7-B030-0A5424A8F91D}" type="presOf" srcId="{D4464EC0-B351-4F0D-B27C-5617D90B18BF}" destId="{27CD4640-F6F9-46ED-A9B9-36EBFB55F61F}" srcOrd="3" destOrd="0" presId="urn:microsoft.com/office/officeart/2005/8/layout/gear1"/>
    <dgm:cxn modelId="{0125C75B-5CC1-4389-A6CF-1002EBAEC75D}" type="presOf" srcId="{D4464EC0-B351-4F0D-B27C-5617D90B18BF}" destId="{7CCFA6EA-C67E-4FAC-BB91-4EA5BAE22D21}" srcOrd="0" destOrd="0" presId="urn:microsoft.com/office/officeart/2005/8/layout/gear1"/>
    <dgm:cxn modelId="{B6E30A55-A1E4-4946-AE5B-5341BC64ED8F}" srcId="{A4830E10-4FC8-4989-A8F5-B4FF96BFCDF4}" destId="{D4464EC0-B351-4F0D-B27C-5617D90B18BF}" srcOrd="2" destOrd="0" parTransId="{0AE1AB73-A557-49BD-9974-03456F9412A8}" sibTransId="{88BA8CAE-4CDB-4583-A315-BE5B2EE05A48}"/>
    <dgm:cxn modelId="{761FCB79-9F53-45B7-B415-DE89F8AD07F3}" type="presOf" srcId="{D3CABB62-8BEE-4667-B348-6D90B0A26015}" destId="{C5C3F50B-A7E8-4E73-B0AC-43790D3E6460}" srcOrd="0" destOrd="0" presId="urn:microsoft.com/office/officeart/2005/8/layout/gear1"/>
    <dgm:cxn modelId="{A89C1581-BDDA-487B-B8B4-9FF13084AE6F}" type="presOf" srcId="{65C8236B-35C1-4BB6-964C-35C5DC3146AC}" destId="{C32E8601-7666-4A99-8FC3-72C0139DADA8}" srcOrd="0" destOrd="0" presId="urn:microsoft.com/office/officeart/2005/8/layout/gear1"/>
    <dgm:cxn modelId="{B7CB3F83-8393-4AEC-9971-1F3D41F9CEC8}" type="presOf" srcId="{65C8236B-35C1-4BB6-964C-35C5DC3146AC}" destId="{9BA36F26-BF95-4642-944C-7DB878352C63}" srcOrd="2" destOrd="0" presId="urn:microsoft.com/office/officeart/2005/8/layout/gear1"/>
    <dgm:cxn modelId="{A6898387-1391-4CBC-A58F-D8131F2EB6B3}" type="presOf" srcId="{D4464EC0-B351-4F0D-B27C-5617D90B18BF}" destId="{DD61AF75-345D-4E07-B18B-E9178FB2EF38}" srcOrd="2" destOrd="0" presId="urn:microsoft.com/office/officeart/2005/8/layout/gear1"/>
    <dgm:cxn modelId="{6C9FD488-12AE-4641-9432-CD0003C17247}" type="presOf" srcId="{3DFAE460-8201-488D-866E-B70850702B93}" destId="{5E7A51A4-518F-465B-98BD-CC9937F896B6}" srcOrd="0" destOrd="0" presId="urn:microsoft.com/office/officeart/2005/8/layout/gear1"/>
    <dgm:cxn modelId="{CFDE26BF-E8A4-4F9E-AE73-0A43DA47A4D4}" type="presOf" srcId="{88BA8CAE-4CDB-4583-A315-BE5B2EE05A48}" destId="{BEF10919-47C3-440A-82B1-F62F08A3F3DC}" srcOrd="0" destOrd="0" presId="urn:microsoft.com/office/officeart/2005/8/layout/gear1"/>
    <dgm:cxn modelId="{2D7E37C1-C9F1-4472-9538-71743206A7F3}" type="presOf" srcId="{D3CABB62-8BEE-4667-B348-6D90B0A26015}" destId="{1DDE767F-9C7D-492B-9BCA-F594DD00E20F}" srcOrd="2" destOrd="0" presId="urn:microsoft.com/office/officeart/2005/8/layout/gear1"/>
    <dgm:cxn modelId="{5C7766C5-3106-4EF0-925C-AD83EE8BB466}" type="presOf" srcId="{D3CABB62-8BEE-4667-B348-6D90B0A26015}" destId="{AC9CC83F-701B-439E-9DDE-41C8F3B80964}" srcOrd="1" destOrd="0" presId="urn:microsoft.com/office/officeart/2005/8/layout/gear1"/>
    <dgm:cxn modelId="{DFDFD3D4-1660-4DC1-A53F-48249969D334}" srcId="{A4830E10-4FC8-4989-A8F5-B4FF96BFCDF4}" destId="{65C8236B-35C1-4BB6-964C-35C5DC3146AC}" srcOrd="0" destOrd="0" parTransId="{92C6728B-E114-4FC7-A13B-72C4418A1C50}" sibTransId="{3DFAE460-8201-488D-866E-B70850702B93}"/>
    <dgm:cxn modelId="{FA2A4ED7-ED75-40AD-A053-F7757C6E0D81}" type="presOf" srcId="{D4464EC0-B351-4F0D-B27C-5617D90B18BF}" destId="{72011634-F5D6-461D-8EA2-287440FB656B}" srcOrd="1" destOrd="0" presId="urn:microsoft.com/office/officeart/2005/8/layout/gear1"/>
    <dgm:cxn modelId="{F24B84E0-CEF7-4182-B8AA-8A3E0BFFC4E7}" type="presOf" srcId="{65C8236B-35C1-4BB6-964C-35C5DC3146AC}" destId="{D6A4BCEB-51D4-466E-96E5-623DF062A304}" srcOrd="1" destOrd="0" presId="urn:microsoft.com/office/officeart/2005/8/layout/gear1"/>
    <dgm:cxn modelId="{3B45E2E5-AA19-4F3F-AFC7-9CEF4986EEF0}" type="presOf" srcId="{A4830E10-4FC8-4989-A8F5-B4FF96BFCDF4}" destId="{C8596AE0-F0E3-417F-8607-510F19E98C4F}" srcOrd="0" destOrd="0" presId="urn:microsoft.com/office/officeart/2005/8/layout/gear1"/>
    <dgm:cxn modelId="{56CA3EFD-E4CD-4FC1-9785-03AA71C3D98C}" srcId="{A4830E10-4FC8-4989-A8F5-B4FF96BFCDF4}" destId="{D3CABB62-8BEE-4667-B348-6D90B0A26015}" srcOrd="1" destOrd="0" parTransId="{B6FC2007-F4EC-4CB6-B187-D27D1EC7B8AA}" sibTransId="{346C90D7-390E-44B8-BA8D-858F558391D9}"/>
    <dgm:cxn modelId="{2E37246D-E5D8-4CA1-959C-3DED9C47FF61}" type="presParOf" srcId="{C8596AE0-F0E3-417F-8607-510F19E98C4F}" destId="{C32E8601-7666-4A99-8FC3-72C0139DADA8}" srcOrd="0" destOrd="0" presId="urn:microsoft.com/office/officeart/2005/8/layout/gear1"/>
    <dgm:cxn modelId="{94D2B42F-D33D-4F31-90C6-233E3907D52C}" type="presParOf" srcId="{C8596AE0-F0E3-417F-8607-510F19E98C4F}" destId="{D6A4BCEB-51D4-466E-96E5-623DF062A304}" srcOrd="1" destOrd="0" presId="urn:microsoft.com/office/officeart/2005/8/layout/gear1"/>
    <dgm:cxn modelId="{6CEDD89B-1887-4F2F-B478-15110D6F0621}" type="presParOf" srcId="{C8596AE0-F0E3-417F-8607-510F19E98C4F}" destId="{9BA36F26-BF95-4642-944C-7DB878352C63}" srcOrd="2" destOrd="0" presId="urn:microsoft.com/office/officeart/2005/8/layout/gear1"/>
    <dgm:cxn modelId="{B76B8CED-321D-4BC8-8675-B0D454F7D184}" type="presParOf" srcId="{C8596AE0-F0E3-417F-8607-510F19E98C4F}" destId="{C5C3F50B-A7E8-4E73-B0AC-43790D3E6460}" srcOrd="3" destOrd="0" presId="urn:microsoft.com/office/officeart/2005/8/layout/gear1"/>
    <dgm:cxn modelId="{CF8BD2D0-C7E3-4DE4-8CCC-7A9B5927636F}" type="presParOf" srcId="{C8596AE0-F0E3-417F-8607-510F19E98C4F}" destId="{AC9CC83F-701B-439E-9DDE-41C8F3B80964}" srcOrd="4" destOrd="0" presId="urn:microsoft.com/office/officeart/2005/8/layout/gear1"/>
    <dgm:cxn modelId="{FBF2A136-0A7A-4821-94F3-1A94ABBFF727}" type="presParOf" srcId="{C8596AE0-F0E3-417F-8607-510F19E98C4F}" destId="{1DDE767F-9C7D-492B-9BCA-F594DD00E20F}" srcOrd="5" destOrd="0" presId="urn:microsoft.com/office/officeart/2005/8/layout/gear1"/>
    <dgm:cxn modelId="{2258E6F9-FF07-4BB0-8458-CFAFC1A456ED}" type="presParOf" srcId="{C8596AE0-F0E3-417F-8607-510F19E98C4F}" destId="{7CCFA6EA-C67E-4FAC-BB91-4EA5BAE22D21}" srcOrd="6" destOrd="0" presId="urn:microsoft.com/office/officeart/2005/8/layout/gear1"/>
    <dgm:cxn modelId="{ABF56F30-4530-4388-B751-433685D0E42A}" type="presParOf" srcId="{C8596AE0-F0E3-417F-8607-510F19E98C4F}" destId="{72011634-F5D6-461D-8EA2-287440FB656B}" srcOrd="7" destOrd="0" presId="urn:microsoft.com/office/officeart/2005/8/layout/gear1"/>
    <dgm:cxn modelId="{52809F72-BB07-438B-8310-025523B47266}" type="presParOf" srcId="{C8596AE0-F0E3-417F-8607-510F19E98C4F}" destId="{DD61AF75-345D-4E07-B18B-E9178FB2EF38}" srcOrd="8" destOrd="0" presId="urn:microsoft.com/office/officeart/2005/8/layout/gear1"/>
    <dgm:cxn modelId="{B338F95E-B15F-4464-A389-194DFCED1361}" type="presParOf" srcId="{C8596AE0-F0E3-417F-8607-510F19E98C4F}" destId="{27CD4640-F6F9-46ED-A9B9-36EBFB55F61F}" srcOrd="9" destOrd="0" presId="urn:microsoft.com/office/officeart/2005/8/layout/gear1"/>
    <dgm:cxn modelId="{24279AC7-79E8-4B3E-BD54-8476498610BB}" type="presParOf" srcId="{C8596AE0-F0E3-417F-8607-510F19E98C4F}" destId="{5E7A51A4-518F-465B-98BD-CC9937F896B6}" srcOrd="10" destOrd="0" presId="urn:microsoft.com/office/officeart/2005/8/layout/gear1"/>
    <dgm:cxn modelId="{1B4BDB85-6277-4083-93A7-1AB5D234C77B}" type="presParOf" srcId="{C8596AE0-F0E3-417F-8607-510F19E98C4F}" destId="{7DD3F915-F2F3-4D95-8CDD-0F7E3B412ACF}" srcOrd="11" destOrd="0" presId="urn:microsoft.com/office/officeart/2005/8/layout/gear1"/>
    <dgm:cxn modelId="{67E78609-A8E1-4EDC-B5F8-28BF8413D592}" type="presParOf" srcId="{C8596AE0-F0E3-417F-8607-510F19E98C4F}" destId="{BEF10919-47C3-440A-82B1-F62F08A3F3DC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E8601-7666-4A99-8FC3-72C0139DADA8}">
      <dsp:nvSpPr>
        <dsp:cNvPr id="0" name=""/>
        <dsp:cNvSpPr/>
      </dsp:nvSpPr>
      <dsp:spPr>
        <a:xfrm>
          <a:off x="3311522" y="2018347"/>
          <a:ext cx="2466868" cy="2466868"/>
        </a:xfrm>
        <a:prstGeom prst="gear9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 </a:t>
          </a:r>
        </a:p>
      </dsp:txBody>
      <dsp:txXfrm>
        <a:off x="3807472" y="2596199"/>
        <a:ext cx="1474968" cy="1268021"/>
      </dsp:txXfrm>
    </dsp:sp>
    <dsp:sp modelId="{C5C3F50B-A7E8-4E73-B0AC-43790D3E6460}">
      <dsp:nvSpPr>
        <dsp:cNvPr id="0" name=""/>
        <dsp:cNvSpPr/>
      </dsp:nvSpPr>
      <dsp:spPr>
        <a:xfrm>
          <a:off x="1876253" y="1435269"/>
          <a:ext cx="1794086" cy="1794086"/>
        </a:xfrm>
        <a:prstGeom prst="gear6">
          <a:avLst/>
        </a:prstGeom>
        <a:solidFill>
          <a:schemeClr val="accent2">
            <a:shade val="50000"/>
            <a:hueOff val="55691"/>
            <a:satOff val="1905"/>
            <a:lumOff val="268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 </a:t>
          </a:r>
        </a:p>
      </dsp:txBody>
      <dsp:txXfrm>
        <a:off x="2327920" y="1889665"/>
        <a:ext cx="890752" cy="885294"/>
      </dsp:txXfrm>
    </dsp:sp>
    <dsp:sp modelId="{7CCFA6EA-C67E-4FAC-BB91-4EA5BAE22D21}">
      <dsp:nvSpPr>
        <dsp:cNvPr id="0" name=""/>
        <dsp:cNvSpPr/>
      </dsp:nvSpPr>
      <dsp:spPr>
        <a:xfrm rot="20700000">
          <a:off x="2881125" y="197532"/>
          <a:ext cx="1757838" cy="1757838"/>
        </a:xfrm>
        <a:prstGeom prst="gear6">
          <a:avLst/>
        </a:prstGeom>
        <a:solidFill>
          <a:schemeClr val="accent2">
            <a:shade val="50000"/>
            <a:hueOff val="55691"/>
            <a:satOff val="1905"/>
            <a:lumOff val="268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 </a:t>
          </a:r>
        </a:p>
      </dsp:txBody>
      <dsp:txXfrm rot="-20700000">
        <a:off x="3266670" y="583078"/>
        <a:ext cx="986747" cy="986747"/>
      </dsp:txXfrm>
    </dsp:sp>
    <dsp:sp modelId="{5E7A51A4-518F-465B-98BD-CC9937F896B6}">
      <dsp:nvSpPr>
        <dsp:cNvPr id="0" name=""/>
        <dsp:cNvSpPr/>
      </dsp:nvSpPr>
      <dsp:spPr>
        <a:xfrm>
          <a:off x="3125039" y="1644277"/>
          <a:ext cx="3157592" cy="3157592"/>
        </a:xfrm>
        <a:prstGeom prst="circularArrow">
          <a:avLst>
            <a:gd name="adj1" fmla="val 4688"/>
            <a:gd name="adj2" fmla="val 299029"/>
            <a:gd name="adj3" fmla="val 2522724"/>
            <a:gd name="adj4" fmla="val 15847221"/>
            <a:gd name="adj5" fmla="val 5469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3F915-F2F3-4D95-8CDD-0F7E3B412ACF}">
      <dsp:nvSpPr>
        <dsp:cNvPr id="0" name=""/>
        <dsp:cNvSpPr/>
      </dsp:nvSpPr>
      <dsp:spPr>
        <a:xfrm>
          <a:off x="1558524" y="1037057"/>
          <a:ext cx="2294187" cy="2294187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2">
            <a:shade val="90000"/>
            <a:hueOff val="52499"/>
            <a:satOff val="-872"/>
            <a:lumOff val="162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10919-47C3-440A-82B1-F62F08A3F3DC}">
      <dsp:nvSpPr>
        <dsp:cNvPr id="0" name=""/>
        <dsp:cNvSpPr/>
      </dsp:nvSpPr>
      <dsp:spPr>
        <a:xfrm>
          <a:off x="2474518" y="-188748"/>
          <a:ext cx="2473596" cy="247359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2">
            <a:shade val="90000"/>
            <a:hueOff val="52499"/>
            <a:satOff val="-872"/>
            <a:lumOff val="162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E8601-7666-4A99-8FC3-72C0139DADA8}">
      <dsp:nvSpPr>
        <dsp:cNvPr id="0" name=""/>
        <dsp:cNvSpPr/>
      </dsp:nvSpPr>
      <dsp:spPr>
        <a:xfrm>
          <a:off x="3023606" y="1899561"/>
          <a:ext cx="2321685" cy="2321685"/>
        </a:xfrm>
        <a:prstGeom prst="gear9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 </a:t>
          </a:r>
        </a:p>
      </dsp:txBody>
      <dsp:txXfrm>
        <a:off x="3490368" y="2443405"/>
        <a:ext cx="1388161" cy="1193394"/>
      </dsp:txXfrm>
    </dsp:sp>
    <dsp:sp modelId="{C5C3F50B-A7E8-4E73-B0AC-43790D3E6460}">
      <dsp:nvSpPr>
        <dsp:cNvPr id="0" name=""/>
        <dsp:cNvSpPr/>
      </dsp:nvSpPr>
      <dsp:spPr>
        <a:xfrm>
          <a:off x="1672807" y="1350799"/>
          <a:ext cx="1688498" cy="1688498"/>
        </a:xfrm>
        <a:prstGeom prst="gear6">
          <a:avLst/>
        </a:prstGeom>
        <a:solidFill>
          <a:schemeClr val="accent2">
            <a:shade val="50000"/>
            <a:hueOff val="55691"/>
            <a:satOff val="1905"/>
            <a:lumOff val="268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 </a:t>
          </a:r>
        </a:p>
      </dsp:txBody>
      <dsp:txXfrm>
        <a:off x="2097891" y="1778453"/>
        <a:ext cx="838330" cy="833190"/>
      </dsp:txXfrm>
    </dsp:sp>
    <dsp:sp modelId="{7CCFA6EA-C67E-4FAC-BB91-4EA5BAE22D21}">
      <dsp:nvSpPr>
        <dsp:cNvPr id="0" name=""/>
        <dsp:cNvSpPr/>
      </dsp:nvSpPr>
      <dsp:spPr>
        <a:xfrm rot="20700000">
          <a:off x="2618539" y="185907"/>
          <a:ext cx="1654384" cy="1654384"/>
        </a:xfrm>
        <a:prstGeom prst="gear6">
          <a:avLst/>
        </a:prstGeom>
        <a:solidFill>
          <a:schemeClr val="accent2">
            <a:shade val="50000"/>
            <a:hueOff val="55691"/>
            <a:satOff val="1905"/>
            <a:lumOff val="268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 </a:t>
          </a:r>
          <a:r>
            <a:rPr lang="de-DE" kern="1200"/>
            <a:t> </a:t>
          </a:r>
          <a:endParaRPr lang="de-DE" sz="2000" kern="1200"/>
        </a:p>
      </dsp:txBody>
      <dsp:txXfrm rot="-20700000">
        <a:off x="2981394" y="548762"/>
        <a:ext cx="928674" cy="928674"/>
      </dsp:txXfrm>
    </dsp:sp>
    <dsp:sp modelId="{5E7A51A4-518F-465B-98BD-CC9937F896B6}">
      <dsp:nvSpPr>
        <dsp:cNvPr id="0" name=""/>
        <dsp:cNvSpPr/>
      </dsp:nvSpPr>
      <dsp:spPr>
        <a:xfrm>
          <a:off x="2845379" y="1549055"/>
          <a:ext cx="2971757" cy="2971757"/>
        </a:xfrm>
        <a:prstGeom prst="circularArrow">
          <a:avLst>
            <a:gd name="adj1" fmla="val 4688"/>
            <a:gd name="adj2" fmla="val 299029"/>
            <a:gd name="adj3" fmla="val 2516878"/>
            <a:gd name="adj4" fmla="val 15859742"/>
            <a:gd name="adj5" fmla="val 5469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3F915-F2F3-4D95-8CDD-0F7E3B412ACF}">
      <dsp:nvSpPr>
        <dsp:cNvPr id="0" name=""/>
        <dsp:cNvSpPr/>
      </dsp:nvSpPr>
      <dsp:spPr>
        <a:xfrm>
          <a:off x="1373777" y="977082"/>
          <a:ext cx="2159167" cy="2159167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2">
            <a:shade val="90000"/>
            <a:hueOff val="52499"/>
            <a:satOff val="-872"/>
            <a:lumOff val="162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10919-47C3-440A-82B1-F62F08A3F3DC}">
      <dsp:nvSpPr>
        <dsp:cNvPr id="0" name=""/>
        <dsp:cNvSpPr/>
      </dsp:nvSpPr>
      <dsp:spPr>
        <a:xfrm>
          <a:off x="2235863" y="-176580"/>
          <a:ext cx="2328017" cy="232801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2">
            <a:shade val="90000"/>
            <a:hueOff val="52499"/>
            <a:satOff val="-872"/>
            <a:lumOff val="162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09D8387-7819-44FE-9A36-1929C584AC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46C5E8-71CC-4B30-AE27-8F6EEC6BC1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A6697-07C4-4DC0-8DE9-8404DBEE8C39}" type="datetimeFigureOut">
              <a:rPr lang="de-DE" smtClean="0"/>
              <a:t>01.08.2025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D8CB7C-C5B7-42F6-985B-8262399C9E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6E0F99-C8EE-4F5C-ADEF-53F38EF45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D38E4-FFE6-43F8-B12F-F08F54EF82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803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12B2A-30F2-43A9-A8FA-0EB20A88500C}" type="datetimeFigureOut">
              <a:rPr lang="de-DE" smtClean="0"/>
              <a:t>01.08.2025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FF88F-8175-4187-906C-64619A583D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576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FF88F-8175-4187-906C-64619A583D03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4977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 - 1 Refe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7B78DFD3-A8FD-4E75-9B97-9FD49FB7A9A0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8107" y="4725876"/>
            <a:ext cx="0" cy="19369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38CDD2D9-1CD8-460C-9198-7D7897C0F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45720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D55634B-2A33-4815-A1F1-5E03C360B0D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2406" y="4743781"/>
            <a:ext cx="9119564" cy="639851"/>
          </a:xfrm>
        </p:spPr>
        <p:txBody>
          <a:bodyPr anchor="ctr">
            <a:normAutofit/>
          </a:bodyPr>
          <a:lstStyle>
            <a:lvl1pPr marL="0" indent="0" algn="r">
              <a:buNone/>
              <a:defRPr sz="4400" b="1"/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F54EF373-E578-4C82-BA55-1AA62B5BC2D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2406" y="5421732"/>
            <a:ext cx="9119567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D5677B7A-B184-41A6-A28D-59B57E796B3C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788884" y="5909117"/>
            <a:ext cx="5483099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Speaker - Job Position</a:t>
            </a:r>
          </a:p>
        </p:txBody>
      </p:sp>
      <p:sp>
        <p:nvSpPr>
          <p:cNvPr id="22" name="Datumsplatzhalter 21">
            <a:extLst>
              <a:ext uri="{FF2B5EF4-FFF2-40B4-BE49-F238E27FC236}">
                <a16:creationId xmlns:a16="http://schemas.microsoft.com/office/drawing/2014/main" id="{98D198DA-3C73-407B-97A5-3E0CBA93053E}"/>
              </a:ext>
            </a:extLst>
          </p:cNvPr>
          <p:cNvSpPr>
            <a:spLocks noGrp="1"/>
          </p:cNvSpPr>
          <p:nvPr userDrawn="1">
            <p:ph type="dt" sz="half" idx="13"/>
          </p:nvPr>
        </p:nvSpPr>
        <p:spPr>
          <a:xfrm>
            <a:off x="3788884" y="6377453"/>
            <a:ext cx="5483095" cy="285350"/>
          </a:xfrm>
        </p:spPr>
        <p:txBody>
          <a:bodyPr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106C028-FF02-41D3-83BF-FE12476DD1B0}" type="datetime4">
              <a:rPr lang="de-DE" smtClean="0"/>
              <a:t>1. August 2025</a:t>
            </a:fld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5C83CC5-874B-40C5-B605-2EDD965A2E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90842" y="5492576"/>
            <a:ext cx="1337644" cy="403526"/>
            <a:chOff x="4471313" y="728699"/>
            <a:chExt cx="1650200" cy="497969"/>
          </a:xfrm>
        </p:grpSpPr>
        <p:sp>
          <p:nvSpPr>
            <p:cNvPr id="11" name="Freihandform 12">
              <a:extLst>
                <a:ext uri="{FF2B5EF4-FFF2-40B4-BE49-F238E27FC236}">
                  <a16:creationId xmlns:a16="http://schemas.microsoft.com/office/drawing/2014/main" id="{4E0FCD71-B32E-4A0D-9687-FD2DFD64B0BA}"/>
                </a:ext>
              </a:extLst>
            </p:cNvPr>
            <p:cNvSpPr/>
            <p:nvPr/>
          </p:nvSpPr>
          <p:spPr>
            <a:xfrm>
              <a:off x="5472184" y="882475"/>
              <a:ext cx="478765" cy="270932"/>
            </a:xfrm>
            <a:custGeom>
              <a:avLst/>
              <a:gdLst>
                <a:gd name="connsiteX0" fmla="*/ 93141 w 478765"/>
                <a:gd name="connsiteY0" fmla="*/ 37484 h 270932"/>
                <a:gd name="connsiteX1" fmla="*/ 183435 w 478765"/>
                <a:gd name="connsiteY1" fmla="*/ 0 h 270932"/>
                <a:gd name="connsiteX2" fmla="*/ 258403 w 478765"/>
                <a:gd name="connsiteY2" fmla="*/ 42584 h 270932"/>
                <a:gd name="connsiteX3" fmla="*/ 349848 w 478765"/>
                <a:gd name="connsiteY3" fmla="*/ 0 h 270932"/>
                <a:gd name="connsiteX4" fmla="*/ 429917 w 478765"/>
                <a:gd name="connsiteY4" fmla="*/ 82347 h 270932"/>
                <a:gd name="connsiteX5" fmla="*/ 429917 w 478765"/>
                <a:gd name="connsiteY5" fmla="*/ 212403 h 270932"/>
                <a:gd name="connsiteX6" fmla="*/ 478765 w 478765"/>
                <a:gd name="connsiteY6" fmla="*/ 252722 h 270932"/>
                <a:gd name="connsiteX7" fmla="*/ 478765 w 478765"/>
                <a:gd name="connsiteY7" fmla="*/ 270895 h 270932"/>
                <a:gd name="connsiteX8" fmla="*/ 406631 w 478765"/>
                <a:gd name="connsiteY8" fmla="*/ 269756 h 270932"/>
                <a:gd name="connsiteX9" fmla="*/ 337345 w 478765"/>
                <a:gd name="connsiteY9" fmla="*/ 270895 h 270932"/>
                <a:gd name="connsiteX10" fmla="*/ 337345 w 478765"/>
                <a:gd name="connsiteY10" fmla="*/ 252722 h 270932"/>
                <a:gd name="connsiteX11" fmla="*/ 383346 w 478765"/>
                <a:gd name="connsiteY11" fmla="*/ 212403 h 270932"/>
                <a:gd name="connsiteX12" fmla="*/ 383346 w 478765"/>
                <a:gd name="connsiteY12" fmla="*/ 94268 h 270932"/>
                <a:gd name="connsiteX13" fmla="*/ 331106 w 478765"/>
                <a:gd name="connsiteY13" fmla="*/ 24981 h 270932"/>
                <a:gd name="connsiteX14" fmla="*/ 262946 w 478765"/>
                <a:gd name="connsiteY14" fmla="*/ 103924 h 270932"/>
                <a:gd name="connsiteX15" fmla="*/ 262946 w 478765"/>
                <a:gd name="connsiteY15" fmla="*/ 212403 h 270932"/>
                <a:gd name="connsiteX16" fmla="*/ 307821 w 478765"/>
                <a:gd name="connsiteY16" fmla="*/ 252722 h 270932"/>
                <a:gd name="connsiteX17" fmla="*/ 307821 w 478765"/>
                <a:gd name="connsiteY17" fmla="*/ 270895 h 270932"/>
                <a:gd name="connsiteX18" fmla="*/ 239661 w 478765"/>
                <a:gd name="connsiteY18" fmla="*/ 269756 h 270932"/>
                <a:gd name="connsiteX19" fmla="*/ 170944 w 478765"/>
                <a:gd name="connsiteY19" fmla="*/ 270895 h 270932"/>
                <a:gd name="connsiteX20" fmla="*/ 170944 w 478765"/>
                <a:gd name="connsiteY20" fmla="*/ 252722 h 270932"/>
                <a:gd name="connsiteX21" fmla="*/ 216376 w 478765"/>
                <a:gd name="connsiteY21" fmla="*/ 212403 h 270932"/>
                <a:gd name="connsiteX22" fmla="*/ 216376 w 478765"/>
                <a:gd name="connsiteY22" fmla="*/ 100519 h 270932"/>
                <a:gd name="connsiteX23" fmla="*/ 163554 w 478765"/>
                <a:gd name="connsiteY23" fmla="*/ 24412 h 270932"/>
                <a:gd name="connsiteX24" fmla="*/ 95976 w 478765"/>
                <a:gd name="connsiteY24" fmla="*/ 107935 h 270932"/>
                <a:gd name="connsiteX25" fmla="*/ 95976 w 478765"/>
                <a:gd name="connsiteY25" fmla="*/ 212441 h 270932"/>
                <a:gd name="connsiteX26" fmla="*/ 141977 w 478765"/>
                <a:gd name="connsiteY26" fmla="*/ 252760 h 270932"/>
                <a:gd name="connsiteX27" fmla="*/ 141977 w 478765"/>
                <a:gd name="connsiteY27" fmla="*/ 270933 h 270932"/>
                <a:gd name="connsiteX28" fmla="*/ 72691 w 478765"/>
                <a:gd name="connsiteY28" fmla="*/ 269794 h 270932"/>
                <a:gd name="connsiteX29" fmla="*/ 0 w 478765"/>
                <a:gd name="connsiteY29" fmla="*/ 270933 h 270932"/>
                <a:gd name="connsiteX30" fmla="*/ 0 w 478765"/>
                <a:gd name="connsiteY30" fmla="*/ 252722 h 270932"/>
                <a:gd name="connsiteX31" fmla="*/ 49355 w 478765"/>
                <a:gd name="connsiteY31" fmla="*/ 212403 h 270932"/>
                <a:gd name="connsiteX32" fmla="*/ 49355 w 478765"/>
                <a:gd name="connsiteY32" fmla="*/ 62466 h 270932"/>
                <a:gd name="connsiteX33" fmla="*/ 0 w 478765"/>
                <a:gd name="connsiteY33" fmla="*/ 22146 h 270932"/>
                <a:gd name="connsiteX34" fmla="*/ 0 w 478765"/>
                <a:gd name="connsiteY34" fmla="*/ 5682 h 270932"/>
                <a:gd name="connsiteX35" fmla="*/ 93141 w 478765"/>
                <a:gd name="connsiteY35" fmla="*/ 5682 h 270932"/>
                <a:gd name="connsiteX36" fmla="*/ 93141 w 478765"/>
                <a:gd name="connsiteY36" fmla="*/ 37497 h 27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78765" h="270932">
                  <a:moveTo>
                    <a:pt x="93141" y="37484"/>
                  </a:moveTo>
                  <a:cubicBezTo>
                    <a:pt x="119830" y="10213"/>
                    <a:pt x="146520" y="0"/>
                    <a:pt x="183435" y="0"/>
                  </a:cubicBezTo>
                  <a:cubicBezTo>
                    <a:pt x="212402" y="0"/>
                    <a:pt x="238535" y="4543"/>
                    <a:pt x="258403" y="42584"/>
                  </a:cubicBezTo>
                  <a:cubicBezTo>
                    <a:pt x="281119" y="13060"/>
                    <a:pt x="312934" y="0"/>
                    <a:pt x="349848" y="0"/>
                  </a:cubicBezTo>
                  <a:cubicBezTo>
                    <a:pt x="410048" y="0"/>
                    <a:pt x="429917" y="25551"/>
                    <a:pt x="429917" y="82347"/>
                  </a:cubicBezTo>
                  <a:lnTo>
                    <a:pt x="429917" y="212403"/>
                  </a:lnTo>
                  <a:cubicBezTo>
                    <a:pt x="429917" y="244775"/>
                    <a:pt x="431625" y="252722"/>
                    <a:pt x="478765" y="252722"/>
                  </a:cubicBezTo>
                  <a:lnTo>
                    <a:pt x="478765" y="270895"/>
                  </a:lnTo>
                  <a:cubicBezTo>
                    <a:pt x="455986" y="270338"/>
                    <a:pt x="431625" y="270338"/>
                    <a:pt x="406631" y="269756"/>
                  </a:cubicBezTo>
                  <a:cubicBezTo>
                    <a:pt x="381650" y="270338"/>
                    <a:pt x="357277" y="270338"/>
                    <a:pt x="337345" y="270895"/>
                  </a:cubicBezTo>
                  <a:lnTo>
                    <a:pt x="337345" y="252722"/>
                  </a:lnTo>
                  <a:cubicBezTo>
                    <a:pt x="378246" y="252153"/>
                    <a:pt x="383916" y="244205"/>
                    <a:pt x="383346" y="212403"/>
                  </a:cubicBezTo>
                  <a:lnTo>
                    <a:pt x="383346" y="94268"/>
                  </a:lnTo>
                  <a:cubicBezTo>
                    <a:pt x="383346" y="56214"/>
                    <a:pt x="376538" y="24981"/>
                    <a:pt x="331106" y="24981"/>
                  </a:cubicBezTo>
                  <a:cubicBezTo>
                    <a:pt x="277145" y="24981"/>
                    <a:pt x="262946" y="55088"/>
                    <a:pt x="262946" y="103924"/>
                  </a:cubicBezTo>
                  <a:lnTo>
                    <a:pt x="262946" y="212403"/>
                  </a:lnTo>
                  <a:cubicBezTo>
                    <a:pt x="262946" y="243066"/>
                    <a:pt x="265224" y="252722"/>
                    <a:pt x="307821" y="252722"/>
                  </a:cubicBezTo>
                  <a:lnTo>
                    <a:pt x="307821" y="270895"/>
                  </a:lnTo>
                  <a:cubicBezTo>
                    <a:pt x="289079" y="270338"/>
                    <a:pt x="264655" y="270338"/>
                    <a:pt x="239661" y="269756"/>
                  </a:cubicBezTo>
                  <a:cubicBezTo>
                    <a:pt x="214680" y="270338"/>
                    <a:pt x="190306" y="270338"/>
                    <a:pt x="170944" y="270895"/>
                  </a:cubicBezTo>
                  <a:lnTo>
                    <a:pt x="170944" y="252722"/>
                  </a:lnTo>
                  <a:cubicBezTo>
                    <a:pt x="213541" y="252153"/>
                    <a:pt x="216945" y="242497"/>
                    <a:pt x="216376" y="212403"/>
                  </a:cubicBezTo>
                  <a:lnTo>
                    <a:pt x="216376" y="100519"/>
                  </a:lnTo>
                  <a:cubicBezTo>
                    <a:pt x="216376" y="59631"/>
                    <a:pt x="214680" y="22716"/>
                    <a:pt x="163554" y="24412"/>
                  </a:cubicBezTo>
                  <a:cubicBezTo>
                    <a:pt x="105062" y="26690"/>
                    <a:pt x="95976" y="58492"/>
                    <a:pt x="95976" y="107935"/>
                  </a:cubicBezTo>
                  <a:lnTo>
                    <a:pt x="95976" y="212441"/>
                  </a:lnTo>
                  <a:cubicBezTo>
                    <a:pt x="95976" y="243104"/>
                    <a:pt x="97684" y="252760"/>
                    <a:pt x="141977" y="252760"/>
                  </a:cubicBezTo>
                  <a:lnTo>
                    <a:pt x="141977" y="270933"/>
                  </a:lnTo>
                  <a:cubicBezTo>
                    <a:pt x="122108" y="270376"/>
                    <a:pt x="97684" y="270376"/>
                    <a:pt x="72691" y="269794"/>
                  </a:cubicBezTo>
                  <a:cubicBezTo>
                    <a:pt x="47709" y="270376"/>
                    <a:pt x="23336" y="270376"/>
                    <a:pt x="0" y="270933"/>
                  </a:cubicBezTo>
                  <a:lnTo>
                    <a:pt x="0" y="252722"/>
                  </a:lnTo>
                  <a:cubicBezTo>
                    <a:pt x="45432" y="252722"/>
                    <a:pt x="49975" y="243636"/>
                    <a:pt x="49355" y="212403"/>
                  </a:cubicBezTo>
                  <a:lnTo>
                    <a:pt x="49355" y="62466"/>
                  </a:lnTo>
                  <a:cubicBezTo>
                    <a:pt x="49355" y="26690"/>
                    <a:pt x="45381" y="23855"/>
                    <a:pt x="0" y="22146"/>
                  </a:cubicBezTo>
                  <a:lnTo>
                    <a:pt x="0" y="5682"/>
                  </a:lnTo>
                  <a:lnTo>
                    <a:pt x="93141" y="5682"/>
                  </a:lnTo>
                  <a:lnTo>
                    <a:pt x="93141" y="37497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2" name="Freihandform 10">
              <a:extLst>
                <a:ext uri="{FF2B5EF4-FFF2-40B4-BE49-F238E27FC236}">
                  <a16:creationId xmlns:a16="http://schemas.microsoft.com/office/drawing/2014/main" id="{412EB551-B588-490D-A5D9-BEDCFA040970}"/>
                </a:ext>
              </a:extLst>
            </p:cNvPr>
            <p:cNvSpPr/>
            <p:nvPr/>
          </p:nvSpPr>
          <p:spPr>
            <a:xfrm>
              <a:off x="5032902" y="882412"/>
              <a:ext cx="228309" cy="275501"/>
            </a:xfrm>
            <a:custGeom>
              <a:avLst/>
              <a:gdLst>
                <a:gd name="connsiteX0" fmla="*/ 228309 w 228309"/>
                <a:gd name="connsiteY0" fmla="*/ 186903 h 275501"/>
                <a:gd name="connsiteX1" fmla="*/ 228309 w 228309"/>
                <a:gd name="connsiteY1" fmla="*/ 253355 h 275501"/>
                <a:gd name="connsiteX2" fmla="*/ 123804 w 228309"/>
                <a:gd name="connsiteY2" fmla="*/ 275501 h 275501"/>
                <a:gd name="connsiteX3" fmla="*/ 0 w 228309"/>
                <a:gd name="connsiteY3" fmla="*/ 136295 h 275501"/>
                <a:gd name="connsiteX4" fmla="*/ 126652 w 228309"/>
                <a:gd name="connsiteY4" fmla="*/ 0 h 275501"/>
                <a:gd name="connsiteX5" fmla="*/ 228309 w 228309"/>
                <a:gd name="connsiteY5" fmla="*/ 26120 h 275501"/>
                <a:gd name="connsiteX6" fmla="*/ 228309 w 228309"/>
                <a:gd name="connsiteY6" fmla="*/ 86320 h 275501"/>
                <a:gd name="connsiteX7" fmla="*/ 198773 w 228309"/>
                <a:gd name="connsiteY7" fmla="*/ 86320 h 275501"/>
                <a:gd name="connsiteX8" fmla="*/ 134029 w 228309"/>
                <a:gd name="connsiteY8" fmla="*/ 18173 h 275501"/>
                <a:gd name="connsiteX9" fmla="*/ 50506 w 228309"/>
                <a:gd name="connsiteY9" fmla="*/ 136295 h 275501"/>
                <a:gd name="connsiteX10" fmla="*/ 134561 w 228309"/>
                <a:gd name="connsiteY10" fmla="*/ 257265 h 275501"/>
                <a:gd name="connsiteX11" fmla="*/ 199874 w 228309"/>
                <a:gd name="connsiteY11" fmla="*/ 186840 h 27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09" h="275501">
                  <a:moveTo>
                    <a:pt x="228309" y="186903"/>
                  </a:moveTo>
                  <a:lnTo>
                    <a:pt x="228309" y="253355"/>
                  </a:lnTo>
                  <a:cubicBezTo>
                    <a:pt x="193660" y="270958"/>
                    <a:pt x="162427" y="275501"/>
                    <a:pt x="123804" y="275501"/>
                  </a:cubicBezTo>
                  <a:cubicBezTo>
                    <a:pt x="26120" y="275501"/>
                    <a:pt x="0" y="228361"/>
                    <a:pt x="0" y="136295"/>
                  </a:cubicBezTo>
                  <a:cubicBezTo>
                    <a:pt x="0" y="46571"/>
                    <a:pt x="32372" y="0"/>
                    <a:pt x="126652" y="0"/>
                  </a:cubicBezTo>
                  <a:cubicBezTo>
                    <a:pt x="154493" y="0"/>
                    <a:pt x="207289" y="5062"/>
                    <a:pt x="228309" y="26120"/>
                  </a:cubicBezTo>
                  <a:lnTo>
                    <a:pt x="228309" y="86320"/>
                  </a:lnTo>
                  <a:lnTo>
                    <a:pt x="198773" y="86320"/>
                  </a:lnTo>
                  <a:cubicBezTo>
                    <a:pt x="194799" y="59061"/>
                    <a:pt x="202177" y="18173"/>
                    <a:pt x="134029" y="18173"/>
                  </a:cubicBezTo>
                  <a:cubicBezTo>
                    <a:pt x="57922" y="18173"/>
                    <a:pt x="50506" y="73855"/>
                    <a:pt x="50506" y="136295"/>
                  </a:cubicBezTo>
                  <a:cubicBezTo>
                    <a:pt x="50506" y="198736"/>
                    <a:pt x="57327" y="257265"/>
                    <a:pt x="134561" y="257265"/>
                  </a:cubicBezTo>
                  <a:cubicBezTo>
                    <a:pt x="197596" y="257265"/>
                    <a:pt x="194191" y="229424"/>
                    <a:pt x="199874" y="186840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5" name="Freihandform 11">
              <a:extLst>
                <a:ext uri="{FF2B5EF4-FFF2-40B4-BE49-F238E27FC236}">
                  <a16:creationId xmlns:a16="http://schemas.microsoft.com/office/drawing/2014/main" id="{9E0C9855-A173-4ACA-A04E-E8CD5F5C5DC9}"/>
                </a:ext>
              </a:extLst>
            </p:cNvPr>
            <p:cNvSpPr/>
            <p:nvPr/>
          </p:nvSpPr>
          <p:spPr>
            <a:xfrm>
              <a:off x="5301417" y="751850"/>
              <a:ext cx="147658" cy="401520"/>
            </a:xfrm>
            <a:custGeom>
              <a:avLst/>
              <a:gdLst>
                <a:gd name="connsiteX0" fmla="*/ 97115 w 147658"/>
                <a:gd name="connsiteY0" fmla="*/ 343598 h 401520"/>
                <a:gd name="connsiteX1" fmla="*/ 147659 w 147658"/>
                <a:gd name="connsiteY1" fmla="*/ 383348 h 401520"/>
                <a:gd name="connsiteX2" fmla="*/ 147659 w 147658"/>
                <a:gd name="connsiteY2" fmla="*/ 401521 h 401520"/>
                <a:gd name="connsiteX3" fmla="*/ 73829 w 147658"/>
                <a:gd name="connsiteY3" fmla="*/ 400382 h 401520"/>
                <a:gd name="connsiteX4" fmla="*/ 0 w 147658"/>
                <a:gd name="connsiteY4" fmla="*/ 401521 h 401520"/>
                <a:gd name="connsiteX5" fmla="*/ 0 w 147658"/>
                <a:gd name="connsiteY5" fmla="*/ 383348 h 401520"/>
                <a:gd name="connsiteX6" fmla="*/ 50544 w 147658"/>
                <a:gd name="connsiteY6" fmla="*/ 343598 h 401520"/>
                <a:gd name="connsiteX7" fmla="*/ 50544 w 147658"/>
                <a:gd name="connsiteY7" fmla="*/ 194268 h 401520"/>
                <a:gd name="connsiteX8" fmla="*/ 0 w 147658"/>
                <a:gd name="connsiteY8" fmla="*/ 153949 h 401520"/>
                <a:gd name="connsiteX9" fmla="*/ 0 w 147658"/>
                <a:gd name="connsiteY9" fmla="*/ 136308 h 401520"/>
                <a:gd name="connsiteX10" fmla="*/ 97115 w 147658"/>
                <a:gd name="connsiteY10" fmla="*/ 136308 h 401520"/>
                <a:gd name="connsiteX11" fmla="*/ 97115 w 147658"/>
                <a:gd name="connsiteY11" fmla="*/ 343598 h 401520"/>
                <a:gd name="connsiteX12" fmla="*/ 39749 w 147658"/>
                <a:gd name="connsiteY12" fmla="*/ 37484 h 401520"/>
                <a:gd name="connsiteX13" fmla="*/ 71552 w 147658"/>
                <a:gd name="connsiteY13" fmla="*/ 0 h 401520"/>
                <a:gd name="connsiteX14" fmla="*/ 103366 w 147658"/>
                <a:gd name="connsiteY14" fmla="*/ 37484 h 401520"/>
                <a:gd name="connsiteX15" fmla="*/ 71552 w 147658"/>
                <a:gd name="connsiteY15" fmla="*/ 74956 h 401520"/>
                <a:gd name="connsiteX16" fmla="*/ 39749 w 147658"/>
                <a:gd name="connsiteY16" fmla="*/ 37484 h 4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7658" h="401520">
                  <a:moveTo>
                    <a:pt x="97115" y="343598"/>
                  </a:moveTo>
                  <a:cubicBezTo>
                    <a:pt x="97115" y="375970"/>
                    <a:pt x="99393" y="383348"/>
                    <a:pt x="147659" y="383348"/>
                  </a:cubicBezTo>
                  <a:lnTo>
                    <a:pt x="147659" y="401521"/>
                  </a:lnTo>
                  <a:cubicBezTo>
                    <a:pt x="123247" y="400964"/>
                    <a:pt x="98823" y="400382"/>
                    <a:pt x="73829" y="400382"/>
                  </a:cubicBezTo>
                  <a:cubicBezTo>
                    <a:pt x="48836" y="400382"/>
                    <a:pt x="24475" y="400964"/>
                    <a:pt x="0" y="401521"/>
                  </a:cubicBezTo>
                  <a:lnTo>
                    <a:pt x="0" y="383348"/>
                  </a:lnTo>
                  <a:cubicBezTo>
                    <a:pt x="48279" y="383348"/>
                    <a:pt x="50544" y="375970"/>
                    <a:pt x="50544" y="343598"/>
                  </a:cubicBezTo>
                  <a:lnTo>
                    <a:pt x="50544" y="194268"/>
                  </a:lnTo>
                  <a:cubicBezTo>
                    <a:pt x="50544" y="157353"/>
                    <a:pt x="45482" y="157353"/>
                    <a:pt x="0" y="153949"/>
                  </a:cubicBezTo>
                  <a:lnTo>
                    <a:pt x="0" y="136308"/>
                  </a:lnTo>
                  <a:lnTo>
                    <a:pt x="97115" y="136308"/>
                  </a:lnTo>
                  <a:lnTo>
                    <a:pt x="97115" y="343598"/>
                  </a:lnTo>
                  <a:close/>
                  <a:moveTo>
                    <a:pt x="39749" y="37484"/>
                  </a:moveTo>
                  <a:cubicBezTo>
                    <a:pt x="39749" y="16464"/>
                    <a:pt x="51683" y="0"/>
                    <a:pt x="71552" y="0"/>
                  </a:cubicBezTo>
                  <a:cubicBezTo>
                    <a:pt x="91420" y="0"/>
                    <a:pt x="103366" y="16452"/>
                    <a:pt x="103366" y="37484"/>
                  </a:cubicBezTo>
                  <a:cubicBezTo>
                    <a:pt x="103366" y="58517"/>
                    <a:pt x="91433" y="74956"/>
                    <a:pt x="71552" y="74956"/>
                  </a:cubicBezTo>
                  <a:cubicBezTo>
                    <a:pt x="51670" y="74956"/>
                    <a:pt x="39749" y="58504"/>
                    <a:pt x="39749" y="37484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 14">
              <a:extLst>
                <a:ext uri="{FF2B5EF4-FFF2-40B4-BE49-F238E27FC236}">
                  <a16:creationId xmlns:a16="http://schemas.microsoft.com/office/drawing/2014/main" id="{B8414D1B-3D2D-46F9-A2DC-05A07E408421}"/>
                </a:ext>
              </a:extLst>
            </p:cNvPr>
            <p:cNvSpPr/>
            <p:nvPr/>
          </p:nvSpPr>
          <p:spPr>
            <a:xfrm>
              <a:off x="5949405" y="791599"/>
              <a:ext cx="172108" cy="366301"/>
            </a:xfrm>
            <a:custGeom>
              <a:avLst/>
              <a:gdLst>
                <a:gd name="connsiteX0" fmla="*/ 90901 w 172108"/>
                <a:gd name="connsiteY0" fmla="*/ 118135 h 366301"/>
                <a:gd name="connsiteX1" fmla="*/ 90901 w 172108"/>
                <a:gd name="connsiteY1" fmla="*/ 281690 h 366301"/>
                <a:gd name="connsiteX2" fmla="*/ 128373 w 172108"/>
                <a:gd name="connsiteY2" fmla="*/ 344168 h 366301"/>
                <a:gd name="connsiteX3" fmla="*/ 155644 w 172108"/>
                <a:gd name="connsiteY3" fmla="*/ 338486 h 366301"/>
                <a:gd name="connsiteX4" fmla="*/ 165300 w 172108"/>
                <a:gd name="connsiteY4" fmla="*/ 333942 h 366301"/>
                <a:gd name="connsiteX5" fmla="*/ 172108 w 172108"/>
                <a:gd name="connsiteY5" fmla="*/ 349850 h 366301"/>
                <a:gd name="connsiteX6" fmla="*/ 105037 w 172108"/>
                <a:gd name="connsiteY6" fmla="*/ 366302 h 366301"/>
                <a:gd name="connsiteX7" fmla="*/ 44293 w 172108"/>
                <a:gd name="connsiteY7" fmla="*/ 278842 h 366301"/>
                <a:gd name="connsiteX8" fmla="*/ 44293 w 172108"/>
                <a:gd name="connsiteY8" fmla="*/ 118123 h 366301"/>
                <a:gd name="connsiteX9" fmla="*/ 0 w 172108"/>
                <a:gd name="connsiteY9" fmla="*/ 118123 h 366301"/>
                <a:gd name="connsiteX10" fmla="*/ 0 w 172108"/>
                <a:gd name="connsiteY10" fmla="*/ 96558 h 366301"/>
                <a:gd name="connsiteX11" fmla="*/ 44293 w 172108"/>
                <a:gd name="connsiteY11" fmla="*/ 96558 h 366301"/>
                <a:gd name="connsiteX12" fmla="*/ 44293 w 172108"/>
                <a:gd name="connsiteY12" fmla="*/ 19881 h 366301"/>
                <a:gd name="connsiteX13" fmla="*/ 90876 w 172108"/>
                <a:gd name="connsiteY13" fmla="*/ 0 h 366301"/>
                <a:gd name="connsiteX14" fmla="*/ 90876 w 172108"/>
                <a:gd name="connsiteY14" fmla="*/ 96558 h 366301"/>
                <a:gd name="connsiteX15" fmla="*/ 155049 w 172108"/>
                <a:gd name="connsiteY15" fmla="*/ 96558 h 366301"/>
                <a:gd name="connsiteX16" fmla="*/ 155049 w 172108"/>
                <a:gd name="connsiteY16" fmla="*/ 118148 h 36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2108" h="366301">
                  <a:moveTo>
                    <a:pt x="90901" y="118135"/>
                  </a:moveTo>
                  <a:lnTo>
                    <a:pt x="90901" y="281690"/>
                  </a:lnTo>
                  <a:cubicBezTo>
                    <a:pt x="90901" y="308961"/>
                    <a:pt x="92597" y="344168"/>
                    <a:pt x="128373" y="344168"/>
                  </a:cubicBezTo>
                  <a:cubicBezTo>
                    <a:pt x="138028" y="344168"/>
                    <a:pt x="146558" y="341903"/>
                    <a:pt x="155644" y="338486"/>
                  </a:cubicBezTo>
                  <a:lnTo>
                    <a:pt x="165300" y="333942"/>
                  </a:lnTo>
                  <a:lnTo>
                    <a:pt x="172108" y="349850"/>
                  </a:lnTo>
                  <a:cubicBezTo>
                    <a:pt x="155075" y="358367"/>
                    <a:pt x="126677" y="366302"/>
                    <a:pt x="105037" y="366302"/>
                  </a:cubicBezTo>
                  <a:cubicBezTo>
                    <a:pt x="46533" y="366302"/>
                    <a:pt x="44293" y="325413"/>
                    <a:pt x="44293" y="278842"/>
                  </a:cubicBezTo>
                  <a:lnTo>
                    <a:pt x="44293" y="118123"/>
                  </a:lnTo>
                  <a:lnTo>
                    <a:pt x="0" y="118123"/>
                  </a:lnTo>
                  <a:lnTo>
                    <a:pt x="0" y="96558"/>
                  </a:lnTo>
                  <a:lnTo>
                    <a:pt x="44293" y="96558"/>
                  </a:lnTo>
                  <a:lnTo>
                    <a:pt x="44293" y="19881"/>
                  </a:lnTo>
                  <a:lnTo>
                    <a:pt x="90876" y="0"/>
                  </a:lnTo>
                  <a:lnTo>
                    <a:pt x="90876" y="96558"/>
                  </a:lnTo>
                  <a:lnTo>
                    <a:pt x="155049" y="96558"/>
                  </a:lnTo>
                  <a:lnTo>
                    <a:pt x="155049" y="118148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8" name="Freihandform 15">
              <a:extLst>
                <a:ext uri="{FF2B5EF4-FFF2-40B4-BE49-F238E27FC236}">
                  <a16:creationId xmlns:a16="http://schemas.microsoft.com/office/drawing/2014/main" id="{354022E6-FF0B-4E38-B7EE-2614A3953489}"/>
                </a:ext>
              </a:extLst>
            </p:cNvPr>
            <p:cNvSpPr/>
            <p:nvPr/>
          </p:nvSpPr>
          <p:spPr>
            <a:xfrm>
              <a:off x="4610257" y="728699"/>
              <a:ext cx="299132" cy="303435"/>
            </a:xfrm>
            <a:custGeom>
              <a:avLst/>
              <a:gdLst>
                <a:gd name="connsiteX0" fmla="*/ 286073 w 299132"/>
                <a:gd name="connsiteY0" fmla="*/ 81503 h 303435"/>
                <a:gd name="connsiteX1" fmla="*/ 299133 w 299132"/>
                <a:gd name="connsiteY1" fmla="*/ 81845 h 303435"/>
                <a:gd name="connsiteX2" fmla="*/ 65420 w 299132"/>
                <a:gd name="connsiteY2" fmla="*/ 4573 h 303435"/>
                <a:gd name="connsiteX3" fmla="*/ 35680 w 299132"/>
                <a:gd name="connsiteY3" fmla="*/ 303436 h 303435"/>
                <a:gd name="connsiteX4" fmla="*/ 286073 w 299132"/>
                <a:gd name="connsiteY4" fmla="*/ 81503 h 30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32" h="303435">
                  <a:moveTo>
                    <a:pt x="286073" y="81503"/>
                  </a:moveTo>
                  <a:cubicBezTo>
                    <a:pt x="290451" y="81503"/>
                    <a:pt x="294805" y="81617"/>
                    <a:pt x="299133" y="81845"/>
                  </a:cubicBezTo>
                  <a:cubicBezTo>
                    <a:pt x="239948" y="17226"/>
                    <a:pt x="151459" y="-12031"/>
                    <a:pt x="65420" y="4573"/>
                  </a:cubicBezTo>
                  <a:cubicBezTo>
                    <a:pt x="-9157" y="86806"/>
                    <a:pt x="-21228" y="208119"/>
                    <a:pt x="35680" y="303436"/>
                  </a:cubicBezTo>
                  <a:cubicBezTo>
                    <a:pt x="50664" y="178441"/>
                    <a:pt x="157017" y="81503"/>
                    <a:pt x="286073" y="81503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 16">
              <a:extLst>
                <a:ext uri="{FF2B5EF4-FFF2-40B4-BE49-F238E27FC236}">
                  <a16:creationId xmlns:a16="http://schemas.microsoft.com/office/drawing/2014/main" id="{6CD8DBD0-E0C8-4972-B227-5BAFD4F27EB1}"/>
                </a:ext>
              </a:extLst>
            </p:cNvPr>
            <p:cNvSpPr/>
            <p:nvPr/>
          </p:nvSpPr>
          <p:spPr>
            <a:xfrm>
              <a:off x="4471313" y="904293"/>
              <a:ext cx="335343" cy="246759"/>
            </a:xfrm>
            <a:custGeom>
              <a:avLst/>
              <a:gdLst>
                <a:gd name="connsiteX0" fmla="*/ 17942 w 335343"/>
                <a:gd name="connsiteY0" fmla="*/ 11478 h 246759"/>
                <a:gd name="connsiteX1" fmla="*/ 11691 w 335343"/>
                <a:gd name="connsiteY1" fmla="*/ 0 h 246759"/>
                <a:gd name="connsiteX2" fmla="*/ 61640 w 335343"/>
                <a:gd name="connsiteY2" fmla="*/ 241029 h 246759"/>
                <a:gd name="connsiteX3" fmla="*/ 335343 w 335343"/>
                <a:gd name="connsiteY3" fmla="*/ 117389 h 246759"/>
                <a:gd name="connsiteX4" fmla="*/ 17930 w 335343"/>
                <a:gd name="connsiteY4" fmla="*/ 11478 h 2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43" h="246759">
                  <a:moveTo>
                    <a:pt x="17942" y="11478"/>
                  </a:moveTo>
                  <a:cubicBezTo>
                    <a:pt x="15757" y="7682"/>
                    <a:pt x="13673" y="3856"/>
                    <a:pt x="11691" y="0"/>
                  </a:cubicBezTo>
                  <a:cubicBezTo>
                    <a:pt x="-14679" y="83564"/>
                    <a:pt x="4233" y="174826"/>
                    <a:pt x="61640" y="241029"/>
                  </a:cubicBezTo>
                  <a:cubicBezTo>
                    <a:pt x="170139" y="264518"/>
                    <a:pt x="281245" y="214329"/>
                    <a:pt x="335343" y="117389"/>
                  </a:cubicBezTo>
                  <a:cubicBezTo>
                    <a:pt x="219562" y="166883"/>
                    <a:pt x="82458" y="123235"/>
                    <a:pt x="17930" y="11478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 17">
              <a:extLst>
                <a:ext uri="{FF2B5EF4-FFF2-40B4-BE49-F238E27FC236}">
                  <a16:creationId xmlns:a16="http://schemas.microsoft.com/office/drawing/2014/main" id="{EFBD9574-012B-4F6F-82B9-F48B004B3C58}"/>
                </a:ext>
              </a:extLst>
            </p:cNvPr>
            <p:cNvSpPr/>
            <p:nvPr/>
          </p:nvSpPr>
          <p:spPr>
            <a:xfrm>
              <a:off x="4717235" y="887662"/>
              <a:ext cx="243925" cy="339006"/>
            </a:xfrm>
            <a:custGeom>
              <a:avLst/>
              <a:gdLst>
                <a:gd name="connsiteX0" fmla="*/ 66970 w 243925"/>
                <a:gd name="connsiteY0" fmla="*/ 327870 h 339006"/>
                <a:gd name="connsiteX1" fmla="*/ 60162 w 243925"/>
                <a:gd name="connsiteY1" fmla="*/ 339006 h 339006"/>
                <a:gd name="connsiteX2" fmla="*/ 243926 w 243925"/>
                <a:gd name="connsiteY2" fmla="*/ 175237 h 339006"/>
                <a:gd name="connsiteX3" fmla="*/ 0 w 243925"/>
                <a:gd name="connsiteY3" fmla="*/ 27 h 339006"/>
                <a:gd name="connsiteX4" fmla="*/ 66970 w 243925"/>
                <a:gd name="connsiteY4" fmla="*/ 327870 h 33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25" h="339006">
                  <a:moveTo>
                    <a:pt x="66970" y="327870"/>
                  </a:moveTo>
                  <a:cubicBezTo>
                    <a:pt x="64785" y="331666"/>
                    <a:pt x="62516" y="335378"/>
                    <a:pt x="60162" y="339006"/>
                  </a:cubicBezTo>
                  <a:cubicBezTo>
                    <a:pt x="145721" y="320074"/>
                    <a:pt x="215306" y="258060"/>
                    <a:pt x="243926" y="175237"/>
                  </a:cubicBezTo>
                  <a:cubicBezTo>
                    <a:pt x="210013" y="69533"/>
                    <a:pt x="110999" y="-1589"/>
                    <a:pt x="0" y="27"/>
                  </a:cubicBezTo>
                  <a:cubicBezTo>
                    <a:pt x="100810" y="75527"/>
                    <a:pt x="131498" y="216100"/>
                    <a:pt x="66970" y="327870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</p:spTree>
    <p:extLst>
      <p:ext uri="{BB962C8B-B14F-4D97-AF65-F5344CB8AC3E}">
        <p14:creationId xmlns:p14="http://schemas.microsoft.com/office/powerpoint/2010/main" val="220288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 - 2 Refere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7B78DFD3-A8FD-4E75-9B97-9FD49FB7A9A0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8107" y="4725876"/>
            <a:ext cx="0" cy="19369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38CDD2D9-1CD8-460C-9198-7D7897C0F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45720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D55634B-2A33-4815-A1F1-5E03C360B0D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2406" y="4743781"/>
            <a:ext cx="9119564" cy="639851"/>
          </a:xfrm>
        </p:spPr>
        <p:txBody>
          <a:bodyPr anchor="ctr">
            <a:normAutofit/>
          </a:bodyPr>
          <a:lstStyle>
            <a:lvl1pPr marL="0" indent="0" algn="r">
              <a:buNone/>
              <a:defRPr sz="4400" b="1"/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F54EF373-E578-4C82-BA55-1AA62B5BC2D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2406" y="5421732"/>
            <a:ext cx="9119567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D5677B7A-B184-41A6-A28D-59B57E796B3C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638509" y="5909117"/>
            <a:ext cx="4633474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Speaker - Job Position</a:t>
            </a:r>
          </a:p>
        </p:txBody>
      </p:sp>
      <p:sp>
        <p:nvSpPr>
          <p:cNvPr id="22" name="Datumsplatzhalter 21">
            <a:extLst>
              <a:ext uri="{FF2B5EF4-FFF2-40B4-BE49-F238E27FC236}">
                <a16:creationId xmlns:a16="http://schemas.microsoft.com/office/drawing/2014/main" id="{98D198DA-3C73-407B-97A5-3E0CBA93053E}"/>
              </a:ext>
            </a:extLst>
          </p:cNvPr>
          <p:cNvSpPr>
            <a:spLocks noGrp="1"/>
          </p:cNvSpPr>
          <p:nvPr userDrawn="1">
            <p:ph type="dt" sz="half" idx="13"/>
          </p:nvPr>
        </p:nvSpPr>
        <p:spPr>
          <a:xfrm>
            <a:off x="3788884" y="6377453"/>
            <a:ext cx="5483095" cy="285350"/>
          </a:xfrm>
        </p:spPr>
        <p:txBody>
          <a:bodyPr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978F801-6B46-4CBA-A27A-33CF91605707}" type="datetime4">
              <a:rPr lang="de-DE" smtClean="0"/>
              <a:t>1. August 2025</a:t>
            </a:fld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5C83CC5-874B-40C5-B605-2EDD965A2E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90842" y="5492576"/>
            <a:ext cx="1337644" cy="403526"/>
            <a:chOff x="4471313" y="728699"/>
            <a:chExt cx="1650200" cy="497969"/>
          </a:xfrm>
        </p:grpSpPr>
        <p:sp>
          <p:nvSpPr>
            <p:cNvPr id="11" name="Freihandform 12">
              <a:extLst>
                <a:ext uri="{FF2B5EF4-FFF2-40B4-BE49-F238E27FC236}">
                  <a16:creationId xmlns:a16="http://schemas.microsoft.com/office/drawing/2014/main" id="{4E0FCD71-B32E-4A0D-9687-FD2DFD64B0BA}"/>
                </a:ext>
              </a:extLst>
            </p:cNvPr>
            <p:cNvSpPr/>
            <p:nvPr/>
          </p:nvSpPr>
          <p:spPr>
            <a:xfrm>
              <a:off x="5472184" y="882475"/>
              <a:ext cx="478765" cy="270932"/>
            </a:xfrm>
            <a:custGeom>
              <a:avLst/>
              <a:gdLst>
                <a:gd name="connsiteX0" fmla="*/ 93141 w 478765"/>
                <a:gd name="connsiteY0" fmla="*/ 37484 h 270932"/>
                <a:gd name="connsiteX1" fmla="*/ 183435 w 478765"/>
                <a:gd name="connsiteY1" fmla="*/ 0 h 270932"/>
                <a:gd name="connsiteX2" fmla="*/ 258403 w 478765"/>
                <a:gd name="connsiteY2" fmla="*/ 42584 h 270932"/>
                <a:gd name="connsiteX3" fmla="*/ 349848 w 478765"/>
                <a:gd name="connsiteY3" fmla="*/ 0 h 270932"/>
                <a:gd name="connsiteX4" fmla="*/ 429917 w 478765"/>
                <a:gd name="connsiteY4" fmla="*/ 82347 h 270932"/>
                <a:gd name="connsiteX5" fmla="*/ 429917 w 478765"/>
                <a:gd name="connsiteY5" fmla="*/ 212403 h 270932"/>
                <a:gd name="connsiteX6" fmla="*/ 478765 w 478765"/>
                <a:gd name="connsiteY6" fmla="*/ 252722 h 270932"/>
                <a:gd name="connsiteX7" fmla="*/ 478765 w 478765"/>
                <a:gd name="connsiteY7" fmla="*/ 270895 h 270932"/>
                <a:gd name="connsiteX8" fmla="*/ 406631 w 478765"/>
                <a:gd name="connsiteY8" fmla="*/ 269756 h 270932"/>
                <a:gd name="connsiteX9" fmla="*/ 337345 w 478765"/>
                <a:gd name="connsiteY9" fmla="*/ 270895 h 270932"/>
                <a:gd name="connsiteX10" fmla="*/ 337345 w 478765"/>
                <a:gd name="connsiteY10" fmla="*/ 252722 h 270932"/>
                <a:gd name="connsiteX11" fmla="*/ 383346 w 478765"/>
                <a:gd name="connsiteY11" fmla="*/ 212403 h 270932"/>
                <a:gd name="connsiteX12" fmla="*/ 383346 w 478765"/>
                <a:gd name="connsiteY12" fmla="*/ 94268 h 270932"/>
                <a:gd name="connsiteX13" fmla="*/ 331106 w 478765"/>
                <a:gd name="connsiteY13" fmla="*/ 24981 h 270932"/>
                <a:gd name="connsiteX14" fmla="*/ 262946 w 478765"/>
                <a:gd name="connsiteY14" fmla="*/ 103924 h 270932"/>
                <a:gd name="connsiteX15" fmla="*/ 262946 w 478765"/>
                <a:gd name="connsiteY15" fmla="*/ 212403 h 270932"/>
                <a:gd name="connsiteX16" fmla="*/ 307821 w 478765"/>
                <a:gd name="connsiteY16" fmla="*/ 252722 h 270932"/>
                <a:gd name="connsiteX17" fmla="*/ 307821 w 478765"/>
                <a:gd name="connsiteY17" fmla="*/ 270895 h 270932"/>
                <a:gd name="connsiteX18" fmla="*/ 239661 w 478765"/>
                <a:gd name="connsiteY18" fmla="*/ 269756 h 270932"/>
                <a:gd name="connsiteX19" fmla="*/ 170944 w 478765"/>
                <a:gd name="connsiteY19" fmla="*/ 270895 h 270932"/>
                <a:gd name="connsiteX20" fmla="*/ 170944 w 478765"/>
                <a:gd name="connsiteY20" fmla="*/ 252722 h 270932"/>
                <a:gd name="connsiteX21" fmla="*/ 216376 w 478765"/>
                <a:gd name="connsiteY21" fmla="*/ 212403 h 270932"/>
                <a:gd name="connsiteX22" fmla="*/ 216376 w 478765"/>
                <a:gd name="connsiteY22" fmla="*/ 100519 h 270932"/>
                <a:gd name="connsiteX23" fmla="*/ 163554 w 478765"/>
                <a:gd name="connsiteY23" fmla="*/ 24412 h 270932"/>
                <a:gd name="connsiteX24" fmla="*/ 95976 w 478765"/>
                <a:gd name="connsiteY24" fmla="*/ 107935 h 270932"/>
                <a:gd name="connsiteX25" fmla="*/ 95976 w 478765"/>
                <a:gd name="connsiteY25" fmla="*/ 212441 h 270932"/>
                <a:gd name="connsiteX26" fmla="*/ 141977 w 478765"/>
                <a:gd name="connsiteY26" fmla="*/ 252760 h 270932"/>
                <a:gd name="connsiteX27" fmla="*/ 141977 w 478765"/>
                <a:gd name="connsiteY27" fmla="*/ 270933 h 270932"/>
                <a:gd name="connsiteX28" fmla="*/ 72691 w 478765"/>
                <a:gd name="connsiteY28" fmla="*/ 269794 h 270932"/>
                <a:gd name="connsiteX29" fmla="*/ 0 w 478765"/>
                <a:gd name="connsiteY29" fmla="*/ 270933 h 270932"/>
                <a:gd name="connsiteX30" fmla="*/ 0 w 478765"/>
                <a:gd name="connsiteY30" fmla="*/ 252722 h 270932"/>
                <a:gd name="connsiteX31" fmla="*/ 49355 w 478765"/>
                <a:gd name="connsiteY31" fmla="*/ 212403 h 270932"/>
                <a:gd name="connsiteX32" fmla="*/ 49355 w 478765"/>
                <a:gd name="connsiteY32" fmla="*/ 62466 h 270932"/>
                <a:gd name="connsiteX33" fmla="*/ 0 w 478765"/>
                <a:gd name="connsiteY33" fmla="*/ 22146 h 270932"/>
                <a:gd name="connsiteX34" fmla="*/ 0 w 478765"/>
                <a:gd name="connsiteY34" fmla="*/ 5682 h 270932"/>
                <a:gd name="connsiteX35" fmla="*/ 93141 w 478765"/>
                <a:gd name="connsiteY35" fmla="*/ 5682 h 270932"/>
                <a:gd name="connsiteX36" fmla="*/ 93141 w 478765"/>
                <a:gd name="connsiteY36" fmla="*/ 37497 h 27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78765" h="270932">
                  <a:moveTo>
                    <a:pt x="93141" y="37484"/>
                  </a:moveTo>
                  <a:cubicBezTo>
                    <a:pt x="119830" y="10213"/>
                    <a:pt x="146520" y="0"/>
                    <a:pt x="183435" y="0"/>
                  </a:cubicBezTo>
                  <a:cubicBezTo>
                    <a:pt x="212402" y="0"/>
                    <a:pt x="238535" y="4543"/>
                    <a:pt x="258403" y="42584"/>
                  </a:cubicBezTo>
                  <a:cubicBezTo>
                    <a:pt x="281119" y="13060"/>
                    <a:pt x="312934" y="0"/>
                    <a:pt x="349848" y="0"/>
                  </a:cubicBezTo>
                  <a:cubicBezTo>
                    <a:pt x="410048" y="0"/>
                    <a:pt x="429917" y="25551"/>
                    <a:pt x="429917" y="82347"/>
                  </a:cubicBezTo>
                  <a:lnTo>
                    <a:pt x="429917" y="212403"/>
                  </a:lnTo>
                  <a:cubicBezTo>
                    <a:pt x="429917" y="244775"/>
                    <a:pt x="431625" y="252722"/>
                    <a:pt x="478765" y="252722"/>
                  </a:cubicBezTo>
                  <a:lnTo>
                    <a:pt x="478765" y="270895"/>
                  </a:lnTo>
                  <a:cubicBezTo>
                    <a:pt x="455986" y="270338"/>
                    <a:pt x="431625" y="270338"/>
                    <a:pt x="406631" y="269756"/>
                  </a:cubicBezTo>
                  <a:cubicBezTo>
                    <a:pt x="381650" y="270338"/>
                    <a:pt x="357277" y="270338"/>
                    <a:pt x="337345" y="270895"/>
                  </a:cubicBezTo>
                  <a:lnTo>
                    <a:pt x="337345" y="252722"/>
                  </a:lnTo>
                  <a:cubicBezTo>
                    <a:pt x="378246" y="252153"/>
                    <a:pt x="383916" y="244205"/>
                    <a:pt x="383346" y="212403"/>
                  </a:cubicBezTo>
                  <a:lnTo>
                    <a:pt x="383346" y="94268"/>
                  </a:lnTo>
                  <a:cubicBezTo>
                    <a:pt x="383346" y="56214"/>
                    <a:pt x="376538" y="24981"/>
                    <a:pt x="331106" y="24981"/>
                  </a:cubicBezTo>
                  <a:cubicBezTo>
                    <a:pt x="277145" y="24981"/>
                    <a:pt x="262946" y="55088"/>
                    <a:pt x="262946" y="103924"/>
                  </a:cubicBezTo>
                  <a:lnTo>
                    <a:pt x="262946" y="212403"/>
                  </a:lnTo>
                  <a:cubicBezTo>
                    <a:pt x="262946" y="243066"/>
                    <a:pt x="265224" y="252722"/>
                    <a:pt x="307821" y="252722"/>
                  </a:cubicBezTo>
                  <a:lnTo>
                    <a:pt x="307821" y="270895"/>
                  </a:lnTo>
                  <a:cubicBezTo>
                    <a:pt x="289079" y="270338"/>
                    <a:pt x="264655" y="270338"/>
                    <a:pt x="239661" y="269756"/>
                  </a:cubicBezTo>
                  <a:cubicBezTo>
                    <a:pt x="214680" y="270338"/>
                    <a:pt x="190306" y="270338"/>
                    <a:pt x="170944" y="270895"/>
                  </a:cubicBezTo>
                  <a:lnTo>
                    <a:pt x="170944" y="252722"/>
                  </a:lnTo>
                  <a:cubicBezTo>
                    <a:pt x="213541" y="252153"/>
                    <a:pt x="216945" y="242497"/>
                    <a:pt x="216376" y="212403"/>
                  </a:cubicBezTo>
                  <a:lnTo>
                    <a:pt x="216376" y="100519"/>
                  </a:lnTo>
                  <a:cubicBezTo>
                    <a:pt x="216376" y="59631"/>
                    <a:pt x="214680" y="22716"/>
                    <a:pt x="163554" y="24412"/>
                  </a:cubicBezTo>
                  <a:cubicBezTo>
                    <a:pt x="105062" y="26690"/>
                    <a:pt x="95976" y="58492"/>
                    <a:pt x="95976" y="107935"/>
                  </a:cubicBezTo>
                  <a:lnTo>
                    <a:pt x="95976" y="212441"/>
                  </a:lnTo>
                  <a:cubicBezTo>
                    <a:pt x="95976" y="243104"/>
                    <a:pt x="97684" y="252760"/>
                    <a:pt x="141977" y="252760"/>
                  </a:cubicBezTo>
                  <a:lnTo>
                    <a:pt x="141977" y="270933"/>
                  </a:lnTo>
                  <a:cubicBezTo>
                    <a:pt x="122108" y="270376"/>
                    <a:pt x="97684" y="270376"/>
                    <a:pt x="72691" y="269794"/>
                  </a:cubicBezTo>
                  <a:cubicBezTo>
                    <a:pt x="47709" y="270376"/>
                    <a:pt x="23336" y="270376"/>
                    <a:pt x="0" y="270933"/>
                  </a:cubicBezTo>
                  <a:lnTo>
                    <a:pt x="0" y="252722"/>
                  </a:lnTo>
                  <a:cubicBezTo>
                    <a:pt x="45432" y="252722"/>
                    <a:pt x="49975" y="243636"/>
                    <a:pt x="49355" y="212403"/>
                  </a:cubicBezTo>
                  <a:lnTo>
                    <a:pt x="49355" y="62466"/>
                  </a:lnTo>
                  <a:cubicBezTo>
                    <a:pt x="49355" y="26690"/>
                    <a:pt x="45381" y="23855"/>
                    <a:pt x="0" y="22146"/>
                  </a:cubicBezTo>
                  <a:lnTo>
                    <a:pt x="0" y="5682"/>
                  </a:lnTo>
                  <a:lnTo>
                    <a:pt x="93141" y="5682"/>
                  </a:lnTo>
                  <a:lnTo>
                    <a:pt x="93141" y="37497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2" name="Freihandform 10">
              <a:extLst>
                <a:ext uri="{FF2B5EF4-FFF2-40B4-BE49-F238E27FC236}">
                  <a16:creationId xmlns:a16="http://schemas.microsoft.com/office/drawing/2014/main" id="{412EB551-B588-490D-A5D9-BEDCFA040970}"/>
                </a:ext>
              </a:extLst>
            </p:cNvPr>
            <p:cNvSpPr/>
            <p:nvPr/>
          </p:nvSpPr>
          <p:spPr>
            <a:xfrm>
              <a:off x="5032902" y="882412"/>
              <a:ext cx="228309" cy="275501"/>
            </a:xfrm>
            <a:custGeom>
              <a:avLst/>
              <a:gdLst>
                <a:gd name="connsiteX0" fmla="*/ 228309 w 228309"/>
                <a:gd name="connsiteY0" fmla="*/ 186903 h 275501"/>
                <a:gd name="connsiteX1" fmla="*/ 228309 w 228309"/>
                <a:gd name="connsiteY1" fmla="*/ 253355 h 275501"/>
                <a:gd name="connsiteX2" fmla="*/ 123804 w 228309"/>
                <a:gd name="connsiteY2" fmla="*/ 275501 h 275501"/>
                <a:gd name="connsiteX3" fmla="*/ 0 w 228309"/>
                <a:gd name="connsiteY3" fmla="*/ 136295 h 275501"/>
                <a:gd name="connsiteX4" fmla="*/ 126652 w 228309"/>
                <a:gd name="connsiteY4" fmla="*/ 0 h 275501"/>
                <a:gd name="connsiteX5" fmla="*/ 228309 w 228309"/>
                <a:gd name="connsiteY5" fmla="*/ 26120 h 275501"/>
                <a:gd name="connsiteX6" fmla="*/ 228309 w 228309"/>
                <a:gd name="connsiteY6" fmla="*/ 86320 h 275501"/>
                <a:gd name="connsiteX7" fmla="*/ 198773 w 228309"/>
                <a:gd name="connsiteY7" fmla="*/ 86320 h 275501"/>
                <a:gd name="connsiteX8" fmla="*/ 134029 w 228309"/>
                <a:gd name="connsiteY8" fmla="*/ 18173 h 275501"/>
                <a:gd name="connsiteX9" fmla="*/ 50506 w 228309"/>
                <a:gd name="connsiteY9" fmla="*/ 136295 h 275501"/>
                <a:gd name="connsiteX10" fmla="*/ 134561 w 228309"/>
                <a:gd name="connsiteY10" fmla="*/ 257265 h 275501"/>
                <a:gd name="connsiteX11" fmla="*/ 199874 w 228309"/>
                <a:gd name="connsiteY11" fmla="*/ 186840 h 27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09" h="275501">
                  <a:moveTo>
                    <a:pt x="228309" y="186903"/>
                  </a:moveTo>
                  <a:lnTo>
                    <a:pt x="228309" y="253355"/>
                  </a:lnTo>
                  <a:cubicBezTo>
                    <a:pt x="193660" y="270958"/>
                    <a:pt x="162427" y="275501"/>
                    <a:pt x="123804" y="275501"/>
                  </a:cubicBezTo>
                  <a:cubicBezTo>
                    <a:pt x="26120" y="275501"/>
                    <a:pt x="0" y="228361"/>
                    <a:pt x="0" y="136295"/>
                  </a:cubicBezTo>
                  <a:cubicBezTo>
                    <a:pt x="0" y="46571"/>
                    <a:pt x="32372" y="0"/>
                    <a:pt x="126652" y="0"/>
                  </a:cubicBezTo>
                  <a:cubicBezTo>
                    <a:pt x="154493" y="0"/>
                    <a:pt x="207289" y="5062"/>
                    <a:pt x="228309" y="26120"/>
                  </a:cubicBezTo>
                  <a:lnTo>
                    <a:pt x="228309" y="86320"/>
                  </a:lnTo>
                  <a:lnTo>
                    <a:pt x="198773" y="86320"/>
                  </a:lnTo>
                  <a:cubicBezTo>
                    <a:pt x="194799" y="59061"/>
                    <a:pt x="202177" y="18173"/>
                    <a:pt x="134029" y="18173"/>
                  </a:cubicBezTo>
                  <a:cubicBezTo>
                    <a:pt x="57922" y="18173"/>
                    <a:pt x="50506" y="73855"/>
                    <a:pt x="50506" y="136295"/>
                  </a:cubicBezTo>
                  <a:cubicBezTo>
                    <a:pt x="50506" y="198736"/>
                    <a:pt x="57327" y="257265"/>
                    <a:pt x="134561" y="257265"/>
                  </a:cubicBezTo>
                  <a:cubicBezTo>
                    <a:pt x="197596" y="257265"/>
                    <a:pt x="194191" y="229424"/>
                    <a:pt x="199874" y="186840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5" name="Freihandform 11">
              <a:extLst>
                <a:ext uri="{FF2B5EF4-FFF2-40B4-BE49-F238E27FC236}">
                  <a16:creationId xmlns:a16="http://schemas.microsoft.com/office/drawing/2014/main" id="{9E0C9855-A173-4ACA-A04E-E8CD5F5C5DC9}"/>
                </a:ext>
              </a:extLst>
            </p:cNvPr>
            <p:cNvSpPr/>
            <p:nvPr/>
          </p:nvSpPr>
          <p:spPr>
            <a:xfrm>
              <a:off x="5301417" y="751850"/>
              <a:ext cx="147658" cy="401520"/>
            </a:xfrm>
            <a:custGeom>
              <a:avLst/>
              <a:gdLst>
                <a:gd name="connsiteX0" fmla="*/ 97115 w 147658"/>
                <a:gd name="connsiteY0" fmla="*/ 343598 h 401520"/>
                <a:gd name="connsiteX1" fmla="*/ 147659 w 147658"/>
                <a:gd name="connsiteY1" fmla="*/ 383348 h 401520"/>
                <a:gd name="connsiteX2" fmla="*/ 147659 w 147658"/>
                <a:gd name="connsiteY2" fmla="*/ 401521 h 401520"/>
                <a:gd name="connsiteX3" fmla="*/ 73829 w 147658"/>
                <a:gd name="connsiteY3" fmla="*/ 400382 h 401520"/>
                <a:gd name="connsiteX4" fmla="*/ 0 w 147658"/>
                <a:gd name="connsiteY4" fmla="*/ 401521 h 401520"/>
                <a:gd name="connsiteX5" fmla="*/ 0 w 147658"/>
                <a:gd name="connsiteY5" fmla="*/ 383348 h 401520"/>
                <a:gd name="connsiteX6" fmla="*/ 50544 w 147658"/>
                <a:gd name="connsiteY6" fmla="*/ 343598 h 401520"/>
                <a:gd name="connsiteX7" fmla="*/ 50544 w 147658"/>
                <a:gd name="connsiteY7" fmla="*/ 194268 h 401520"/>
                <a:gd name="connsiteX8" fmla="*/ 0 w 147658"/>
                <a:gd name="connsiteY8" fmla="*/ 153949 h 401520"/>
                <a:gd name="connsiteX9" fmla="*/ 0 w 147658"/>
                <a:gd name="connsiteY9" fmla="*/ 136308 h 401520"/>
                <a:gd name="connsiteX10" fmla="*/ 97115 w 147658"/>
                <a:gd name="connsiteY10" fmla="*/ 136308 h 401520"/>
                <a:gd name="connsiteX11" fmla="*/ 97115 w 147658"/>
                <a:gd name="connsiteY11" fmla="*/ 343598 h 401520"/>
                <a:gd name="connsiteX12" fmla="*/ 39749 w 147658"/>
                <a:gd name="connsiteY12" fmla="*/ 37484 h 401520"/>
                <a:gd name="connsiteX13" fmla="*/ 71552 w 147658"/>
                <a:gd name="connsiteY13" fmla="*/ 0 h 401520"/>
                <a:gd name="connsiteX14" fmla="*/ 103366 w 147658"/>
                <a:gd name="connsiteY14" fmla="*/ 37484 h 401520"/>
                <a:gd name="connsiteX15" fmla="*/ 71552 w 147658"/>
                <a:gd name="connsiteY15" fmla="*/ 74956 h 401520"/>
                <a:gd name="connsiteX16" fmla="*/ 39749 w 147658"/>
                <a:gd name="connsiteY16" fmla="*/ 37484 h 4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7658" h="401520">
                  <a:moveTo>
                    <a:pt x="97115" y="343598"/>
                  </a:moveTo>
                  <a:cubicBezTo>
                    <a:pt x="97115" y="375970"/>
                    <a:pt x="99393" y="383348"/>
                    <a:pt x="147659" y="383348"/>
                  </a:cubicBezTo>
                  <a:lnTo>
                    <a:pt x="147659" y="401521"/>
                  </a:lnTo>
                  <a:cubicBezTo>
                    <a:pt x="123247" y="400964"/>
                    <a:pt x="98823" y="400382"/>
                    <a:pt x="73829" y="400382"/>
                  </a:cubicBezTo>
                  <a:cubicBezTo>
                    <a:pt x="48836" y="400382"/>
                    <a:pt x="24475" y="400964"/>
                    <a:pt x="0" y="401521"/>
                  </a:cubicBezTo>
                  <a:lnTo>
                    <a:pt x="0" y="383348"/>
                  </a:lnTo>
                  <a:cubicBezTo>
                    <a:pt x="48279" y="383348"/>
                    <a:pt x="50544" y="375970"/>
                    <a:pt x="50544" y="343598"/>
                  </a:cubicBezTo>
                  <a:lnTo>
                    <a:pt x="50544" y="194268"/>
                  </a:lnTo>
                  <a:cubicBezTo>
                    <a:pt x="50544" y="157353"/>
                    <a:pt x="45482" y="157353"/>
                    <a:pt x="0" y="153949"/>
                  </a:cubicBezTo>
                  <a:lnTo>
                    <a:pt x="0" y="136308"/>
                  </a:lnTo>
                  <a:lnTo>
                    <a:pt x="97115" y="136308"/>
                  </a:lnTo>
                  <a:lnTo>
                    <a:pt x="97115" y="343598"/>
                  </a:lnTo>
                  <a:close/>
                  <a:moveTo>
                    <a:pt x="39749" y="37484"/>
                  </a:moveTo>
                  <a:cubicBezTo>
                    <a:pt x="39749" y="16464"/>
                    <a:pt x="51683" y="0"/>
                    <a:pt x="71552" y="0"/>
                  </a:cubicBezTo>
                  <a:cubicBezTo>
                    <a:pt x="91420" y="0"/>
                    <a:pt x="103366" y="16452"/>
                    <a:pt x="103366" y="37484"/>
                  </a:cubicBezTo>
                  <a:cubicBezTo>
                    <a:pt x="103366" y="58517"/>
                    <a:pt x="91433" y="74956"/>
                    <a:pt x="71552" y="74956"/>
                  </a:cubicBezTo>
                  <a:cubicBezTo>
                    <a:pt x="51670" y="74956"/>
                    <a:pt x="39749" y="58504"/>
                    <a:pt x="39749" y="37484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 14">
              <a:extLst>
                <a:ext uri="{FF2B5EF4-FFF2-40B4-BE49-F238E27FC236}">
                  <a16:creationId xmlns:a16="http://schemas.microsoft.com/office/drawing/2014/main" id="{B8414D1B-3D2D-46F9-A2DC-05A07E408421}"/>
                </a:ext>
              </a:extLst>
            </p:cNvPr>
            <p:cNvSpPr/>
            <p:nvPr/>
          </p:nvSpPr>
          <p:spPr>
            <a:xfrm>
              <a:off x="5949405" y="791599"/>
              <a:ext cx="172108" cy="366301"/>
            </a:xfrm>
            <a:custGeom>
              <a:avLst/>
              <a:gdLst>
                <a:gd name="connsiteX0" fmla="*/ 90901 w 172108"/>
                <a:gd name="connsiteY0" fmla="*/ 118135 h 366301"/>
                <a:gd name="connsiteX1" fmla="*/ 90901 w 172108"/>
                <a:gd name="connsiteY1" fmla="*/ 281690 h 366301"/>
                <a:gd name="connsiteX2" fmla="*/ 128373 w 172108"/>
                <a:gd name="connsiteY2" fmla="*/ 344168 h 366301"/>
                <a:gd name="connsiteX3" fmla="*/ 155644 w 172108"/>
                <a:gd name="connsiteY3" fmla="*/ 338486 h 366301"/>
                <a:gd name="connsiteX4" fmla="*/ 165300 w 172108"/>
                <a:gd name="connsiteY4" fmla="*/ 333942 h 366301"/>
                <a:gd name="connsiteX5" fmla="*/ 172108 w 172108"/>
                <a:gd name="connsiteY5" fmla="*/ 349850 h 366301"/>
                <a:gd name="connsiteX6" fmla="*/ 105037 w 172108"/>
                <a:gd name="connsiteY6" fmla="*/ 366302 h 366301"/>
                <a:gd name="connsiteX7" fmla="*/ 44293 w 172108"/>
                <a:gd name="connsiteY7" fmla="*/ 278842 h 366301"/>
                <a:gd name="connsiteX8" fmla="*/ 44293 w 172108"/>
                <a:gd name="connsiteY8" fmla="*/ 118123 h 366301"/>
                <a:gd name="connsiteX9" fmla="*/ 0 w 172108"/>
                <a:gd name="connsiteY9" fmla="*/ 118123 h 366301"/>
                <a:gd name="connsiteX10" fmla="*/ 0 w 172108"/>
                <a:gd name="connsiteY10" fmla="*/ 96558 h 366301"/>
                <a:gd name="connsiteX11" fmla="*/ 44293 w 172108"/>
                <a:gd name="connsiteY11" fmla="*/ 96558 h 366301"/>
                <a:gd name="connsiteX12" fmla="*/ 44293 w 172108"/>
                <a:gd name="connsiteY12" fmla="*/ 19881 h 366301"/>
                <a:gd name="connsiteX13" fmla="*/ 90876 w 172108"/>
                <a:gd name="connsiteY13" fmla="*/ 0 h 366301"/>
                <a:gd name="connsiteX14" fmla="*/ 90876 w 172108"/>
                <a:gd name="connsiteY14" fmla="*/ 96558 h 366301"/>
                <a:gd name="connsiteX15" fmla="*/ 155049 w 172108"/>
                <a:gd name="connsiteY15" fmla="*/ 96558 h 366301"/>
                <a:gd name="connsiteX16" fmla="*/ 155049 w 172108"/>
                <a:gd name="connsiteY16" fmla="*/ 118148 h 36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2108" h="366301">
                  <a:moveTo>
                    <a:pt x="90901" y="118135"/>
                  </a:moveTo>
                  <a:lnTo>
                    <a:pt x="90901" y="281690"/>
                  </a:lnTo>
                  <a:cubicBezTo>
                    <a:pt x="90901" y="308961"/>
                    <a:pt x="92597" y="344168"/>
                    <a:pt x="128373" y="344168"/>
                  </a:cubicBezTo>
                  <a:cubicBezTo>
                    <a:pt x="138028" y="344168"/>
                    <a:pt x="146558" y="341903"/>
                    <a:pt x="155644" y="338486"/>
                  </a:cubicBezTo>
                  <a:lnTo>
                    <a:pt x="165300" y="333942"/>
                  </a:lnTo>
                  <a:lnTo>
                    <a:pt x="172108" y="349850"/>
                  </a:lnTo>
                  <a:cubicBezTo>
                    <a:pt x="155075" y="358367"/>
                    <a:pt x="126677" y="366302"/>
                    <a:pt x="105037" y="366302"/>
                  </a:cubicBezTo>
                  <a:cubicBezTo>
                    <a:pt x="46533" y="366302"/>
                    <a:pt x="44293" y="325413"/>
                    <a:pt x="44293" y="278842"/>
                  </a:cubicBezTo>
                  <a:lnTo>
                    <a:pt x="44293" y="118123"/>
                  </a:lnTo>
                  <a:lnTo>
                    <a:pt x="0" y="118123"/>
                  </a:lnTo>
                  <a:lnTo>
                    <a:pt x="0" y="96558"/>
                  </a:lnTo>
                  <a:lnTo>
                    <a:pt x="44293" y="96558"/>
                  </a:lnTo>
                  <a:lnTo>
                    <a:pt x="44293" y="19881"/>
                  </a:lnTo>
                  <a:lnTo>
                    <a:pt x="90876" y="0"/>
                  </a:lnTo>
                  <a:lnTo>
                    <a:pt x="90876" y="96558"/>
                  </a:lnTo>
                  <a:lnTo>
                    <a:pt x="155049" y="96558"/>
                  </a:lnTo>
                  <a:lnTo>
                    <a:pt x="155049" y="118148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8" name="Freihandform 15">
              <a:extLst>
                <a:ext uri="{FF2B5EF4-FFF2-40B4-BE49-F238E27FC236}">
                  <a16:creationId xmlns:a16="http://schemas.microsoft.com/office/drawing/2014/main" id="{354022E6-FF0B-4E38-B7EE-2614A3953489}"/>
                </a:ext>
              </a:extLst>
            </p:cNvPr>
            <p:cNvSpPr/>
            <p:nvPr/>
          </p:nvSpPr>
          <p:spPr>
            <a:xfrm>
              <a:off x="4610257" y="728699"/>
              <a:ext cx="299132" cy="303435"/>
            </a:xfrm>
            <a:custGeom>
              <a:avLst/>
              <a:gdLst>
                <a:gd name="connsiteX0" fmla="*/ 286073 w 299132"/>
                <a:gd name="connsiteY0" fmla="*/ 81503 h 303435"/>
                <a:gd name="connsiteX1" fmla="*/ 299133 w 299132"/>
                <a:gd name="connsiteY1" fmla="*/ 81845 h 303435"/>
                <a:gd name="connsiteX2" fmla="*/ 65420 w 299132"/>
                <a:gd name="connsiteY2" fmla="*/ 4573 h 303435"/>
                <a:gd name="connsiteX3" fmla="*/ 35680 w 299132"/>
                <a:gd name="connsiteY3" fmla="*/ 303436 h 303435"/>
                <a:gd name="connsiteX4" fmla="*/ 286073 w 299132"/>
                <a:gd name="connsiteY4" fmla="*/ 81503 h 30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32" h="303435">
                  <a:moveTo>
                    <a:pt x="286073" y="81503"/>
                  </a:moveTo>
                  <a:cubicBezTo>
                    <a:pt x="290451" y="81503"/>
                    <a:pt x="294805" y="81617"/>
                    <a:pt x="299133" y="81845"/>
                  </a:cubicBezTo>
                  <a:cubicBezTo>
                    <a:pt x="239948" y="17226"/>
                    <a:pt x="151459" y="-12031"/>
                    <a:pt x="65420" y="4573"/>
                  </a:cubicBezTo>
                  <a:cubicBezTo>
                    <a:pt x="-9157" y="86806"/>
                    <a:pt x="-21228" y="208119"/>
                    <a:pt x="35680" y="303436"/>
                  </a:cubicBezTo>
                  <a:cubicBezTo>
                    <a:pt x="50664" y="178441"/>
                    <a:pt x="157017" y="81503"/>
                    <a:pt x="286073" y="81503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 16">
              <a:extLst>
                <a:ext uri="{FF2B5EF4-FFF2-40B4-BE49-F238E27FC236}">
                  <a16:creationId xmlns:a16="http://schemas.microsoft.com/office/drawing/2014/main" id="{6CD8DBD0-E0C8-4972-B227-5BAFD4F27EB1}"/>
                </a:ext>
              </a:extLst>
            </p:cNvPr>
            <p:cNvSpPr/>
            <p:nvPr/>
          </p:nvSpPr>
          <p:spPr>
            <a:xfrm>
              <a:off x="4471313" y="904293"/>
              <a:ext cx="335343" cy="246759"/>
            </a:xfrm>
            <a:custGeom>
              <a:avLst/>
              <a:gdLst>
                <a:gd name="connsiteX0" fmla="*/ 17942 w 335343"/>
                <a:gd name="connsiteY0" fmla="*/ 11478 h 246759"/>
                <a:gd name="connsiteX1" fmla="*/ 11691 w 335343"/>
                <a:gd name="connsiteY1" fmla="*/ 0 h 246759"/>
                <a:gd name="connsiteX2" fmla="*/ 61640 w 335343"/>
                <a:gd name="connsiteY2" fmla="*/ 241029 h 246759"/>
                <a:gd name="connsiteX3" fmla="*/ 335343 w 335343"/>
                <a:gd name="connsiteY3" fmla="*/ 117389 h 246759"/>
                <a:gd name="connsiteX4" fmla="*/ 17930 w 335343"/>
                <a:gd name="connsiteY4" fmla="*/ 11478 h 2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43" h="246759">
                  <a:moveTo>
                    <a:pt x="17942" y="11478"/>
                  </a:moveTo>
                  <a:cubicBezTo>
                    <a:pt x="15757" y="7682"/>
                    <a:pt x="13673" y="3856"/>
                    <a:pt x="11691" y="0"/>
                  </a:cubicBezTo>
                  <a:cubicBezTo>
                    <a:pt x="-14679" y="83564"/>
                    <a:pt x="4233" y="174826"/>
                    <a:pt x="61640" y="241029"/>
                  </a:cubicBezTo>
                  <a:cubicBezTo>
                    <a:pt x="170139" y="264518"/>
                    <a:pt x="281245" y="214329"/>
                    <a:pt x="335343" y="117389"/>
                  </a:cubicBezTo>
                  <a:cubicBezTo>
                    <a:pt x="219562" y="166883"/>
                    <a:pt x="82458" y="123235"/>
                    <a:pt x="17930" y="11478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 17">
              <a:extLst>
                <a:ext uri="{FF2B5EF4-FFF2-40B4-BE49-F238E27FC236}">
                  <a16:creationId xmlns:a16="http://schemas.microsoft.com/office/drawing/2014/main" id="{EFBD9574-012B-4F6F-82B9-F48B004B3C58}"/>
                </a:ext>
              </a:extLst>
            </p:cNvPr>
            <p:cNvSpPr/>
            <p:nvPr/>
          </p:nvSpPr>
          <p:spPr>
            <a:xfrm>
              <a:off x="4717235" y="887662"/>
              <a:ext cx="243925" cy="339006"/>
            </a:xfrm>
            <a:custGeom>
              <a:avLst/>
              <a:gdLst>
                <a:gd name="connsiteX0" fmla="*/ 66970 w 243925"/>
                <a:gd name="connsiteY0" fmla="*/ 327870 h 339006"/>
                <a:gd name="connsiteX1" fmla="*/ 60162 w 243925"/>
                <a:gd name="connsiteY1" fmla="*/ 339006 h 339006"/>
                <a:gd name="connsiteX2" fmla="*/ 243926 w 243925"/>
                <a:gd name="connsiteY2" fmla="*/ 175237 h 339006"/>
                <a:gd name="connsiteX3" fmla="*/ 0 w 243925"/>
                <a:gd name="connsiteY3" fmla="*/ 27 h 339006"/>
                <a:gd name="connsiteX4" fmla="*/ 66970 w 243925"/>
                <a:gd name="connsiteY4" fmla="*/ 327870 h 33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25" h="339006">
                  <a:moveTo>
                    <a:pt x="66970" y="327870"/>
                  </a:moveTo>
                  <a:cubicBezTo>
                    <a:pt x="64785" y="331666"/>
                    <a:pt x="62516" y="335378"/>
                    <a:pt x="60162" y="339006"/>
                  </a:cubicBezTo>
                  <a:cubicBezTo>
                    <a:pt x="145721" y="320074"/>
                    <a:pt x="215306" y="258060"/>
                    <a:pt x="243926" y="175237"/>
                  </a:cubicBezTo>
                  <a:cubicBezTo>
                    <a:pt x="210013" y="69533"/>
                    <a:pt x="110999" y="-1589"/>
                    <a:pt x="0" y="27"/>
                  </a:cubicBezTo>
                  <a:cubicBezTo>
                    <a:pt x="100810" y="75527"/>
                    <a:pt x="131498" y="216100"/>
                    <a:pt x="66970" y="327870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6270C9D8-7153-45DB-8E57-63A16470D1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5" y="5902343"/>
            <a:ext cx="4633474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Speaker - Job Position</a:t>
            </a:r>
          </a:p>
        </p:txBody>
      </p:sp>
    </p:spTree>
    <p:extLst>
      <p:ext uri="{BB962C8B-B14F-4D97-AF65-F5344CB8AC3E}">
        <p14:creationId xmlns:p14="http://schemas.microsoft.com/office/powerpoint/2010/main" val="147836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7B78DFD3-A8FD-4E75-9B97-9FD49FB7A9A0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8107" y="4725876"/>
            <a:ext cx="0" cy="19369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D55634B-2A33-4815-A1F1-5E03C360B0D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85482" y="5374413"/>
            <a:ext cx="9119564" cy="639851"/>
          </a:xfrm>
        </p:spPr>
        <p:txBody>
          <a:bodyPr anchor="ctr">
            <a:normAutofit/>
          </a:bodyPr>
          <a:lstStyle>
            <a:lvl1pPr marL="0" indent="0" algn="l">
              <a:buNone/>
              <a:defRPr sz="4400" b="1"/>
            </a:lvl1pPr>
          </a:lstStyle>
          <a:p>
            <a:pPr lvl="0"/>
            <a:r>
              <a:rPr lang="de-DE" err="1"/>
              <a:t>Section</a:t>
            </a:r>
            <a:r>
              <a:rPr lang="de-DE"/>
              <a:t> title</a:t>
            </a: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BB7D170E-21DF-4B77-A643-3F3637EC7C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8724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C059F95-4E20-436F-99BA-03ABCC6FEF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5730" y="4533408"/>
            <a:ext cx="6964155" cy="923330"/>
          </a:xfrm>
          <a:noFill/>
          <a:effectLst>
            <a:outerShdw blurRad="50800" dist="38100" dir="2700000" algn="tl" rotWithShape="0">
              <a:schemeClr val="tx1">
                <a:lumMod val="50000"/>
                <a:alpha val="20000"/>
              </a:schemeClr>
            </a:outerShdw>
          </a:effectLst>
        </p:spPr>
        <p:txBody>
          <a:bodyPr wrap="square" rtlCol="0">
            <a:spAutoFit/>
          </a:bodyPr>
          <a:lstStyle>
            <a:lvl1pPr marL="0" indent="0" algn="l">
              <a:buNone/>
              <a:defRPr lang="de-DE" sz="6000" b="1" dirty="0">
                <a:solidFill>
                  <a:schemeClr val="tx2"/>
                </a:solidFill>
              </a:defRPr>
            </a:lvl1pPr>
          </a:lstStyle>
          <a:p>
            <a:pPr marL="0" lvl="0" algn="ctr"/>
            <a:r>
              <a:rPr lang="de-DE"/>
              <a:t>??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77C6CDE-80BA-4E9A-AF67-F90799EF825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90842" y="5492576"/>
            <a:ext cx="1337644" cy="403526"/>
            <a:chOff x="4471313" y="728699"/>
            <a:chExt cx="1650200" cy="497969"/>
          </a:xfrm>
        </p:grpSpPr>
        <p:sp>
          <p:nvSpPr>
            <p:cNvPr id="20" name="Freihandform 12">
              <a:extLst>
                <a:ext uri="{FF2B5EF4-FFF2-40B4-BE49-F238E27FC236}">
                  <a16:creationId xmlns:a16="http://schemas.microsoft.com/office/drawing/2014/main" id="{06BBA0E7-2673-4B20-9636-F3F00940BBA5}"/>
                </a:ext>
              </a:extLst>
            </p:cNvPr>
            <p:cNvSpPr/>
            <p:nvPr/>
          </p:nvSpPr>
          <p:spPr>
            <a:xfrm>
              <a:off x="5472184" y="882475"/>
              <a:ext cx="478765" cy="270932"/>
            </a:xfrm>
            <a:custGeom>
              <a:avLst/>
              <a:gdLst>
                <a:gd name="connsiteX0" fmla="*/ 93141 w 478765"/>
                <a:gd name="connsiteY0" fmla="*/ 37484 h 270932"/>
                <a:gd name="connsiteX1" fmla="*/ 183435 w 478765"/>
                <a:gd name="connsiteY1" fmla="*/ 0 h 270932"/>
                <a:gd name="connsiteX2" fmla="*/ 258403 w 478765"/>
                <a:gd name="connsiteY2" fmla="*/ 42584 h 270932"/>
                <a:gd name="connsiteX3" fmla="*/ 349848 w 478765"/>
                <a:gd name="connsiteY3" fmla="*/ 0 h 270932"/>
                <a:gd name="connsiteX4" fmla="*/ 429917 w 478765"/>
                <a:gd name="connsiteY4" fmla="*/ 82347 h 270932"/>
                <a:gd name="connsiteX5" fmla="*/ 429917 w 478765"/>
                <a:gd name="connsiteY5" fmla="*/ 212403 h 270932"/>
                <a:gd name="connsiteX6" fmla="*/ 478765 w 478765"/>
                <a:gd name="connsiteY6" fmla="*/ 252722 h 270932"/>
                <a:gd name="connsiteX7" fmla="*/ 478765 w 478765"/>
                <a:gd name="connsiteY7" fmla="*/ 270895 h 270932"/>
                <a:gd name="connsiteX8" fmla="*/ 406631 w 478765"/>
                <a:gd name="connsiteY8" fmla="*/ 269756 h 270932"/>
                <a:gd name="connsiteX9" fmla="*/ 337345 w 478765"/>
                <a:gd name="connsiteY9" fmla="*/ 270895 h 270932"/>
                <a:gd name="connsiteX10" fmla="*/ 337345 w 478765"/>
                <a:gd name="connsiteY10" fmla="*/ 252722 h 270932"/>
                <a:gd name="connsiteX11" fmla="*/ 383346 w 478765"/>
                <a:gd name="connsiteY11" fmla="*/ 212403 h 270932"/>
                <a:gd name="connsiteX12" fmla="*/ 383346 w 478765"/>
                <a:gd name="connsiteY12" fmla="*/ 94268 h 270932"/>
                <a:gd name="connsiteX13" fmla="*/ 331106 w 478765"/>
                <a:gd name="connsiteY13" fmla="*/ 24981 h 270932"/>
                <a:gd name="connsiteX14" fmla="*/ 262946 w 478765"/>
                <a:gd name="connsiteY14" fmla="*/ 103924 h 270932"/>
                <a:gd name="connsiteX15" fmla="*/ 262946 w 478765"/>
                <a:gd name="connsiteY15" fmla="*/ 212403 h 270932"/>
                <a:gd name="connsiteX16" fmla="*/ 307821 w 478765"/>
                <a:gd name="connsiteY16" fmla="*/ 252722 h 270932"/>
                <a:gd name="connsiteX17" fmla="*/ 307821 w 478765"/>
                <a:gd name="connsiteY17" fmla="*/ 270895 h 270932"/>
                <a:gd name="connsiteX18" fmla="*/ 239661 w 478765"/>
                <a:gd name="connsiteY18" fmla="*/ 269756 h 270932"/>
                <a:gd name="connsiteX19" fmla="*/ 170944 w 478765"/>
                <a:gd name="connsiteY19" fmla="*/ 270895 h 270932"/>
                <a:gd name="connsiteX20" fmla="*/ 170944 w 478765"/>
                <a:gd name="connsiteY20" fmla="*/ 252722 h 270932"/>
                <a:gd name="connsiteX21" fmla="*/ 216376 w 478765"/>
                <a:gd name="connsiteY21" fmla="*/ 212403 h 270932"/>
                <a:gd name="connsiteX22" fmla="*/ 216376 w 478765"/>
                <a:gd name="connsiteY22" fmla="*/ 100519 h 270932"/>
                <a:gd name="connsiteX23" fmla="*/ 163554 w 478765"/>
                <a:gd name="connsiteY23" fmla="*/ 24412 h 270932"/>
                <a:gd name="connsiteX24" fmla="*/ 95976 w 478765"/>
                <a:gd name="connsiteY24" fmla="*/ 107935 h 270932"/>
                <a:gd name="connsiteX25" fmla="*/ 95976 w 478765"/>
                <a:gd name="connsiteY25" fmla="*/ 212441 h 270932"/>
                <a:gd name="connsiteX26" fmla="*/ 141977 w 478765"/>
                <a:gd name="connsiteY26" fmla="*/ 252760 h 270932"/>
                <a:gd name="connsiteX27" fmla="*/ 141977 w 478765"/>
                <a:gd name="connsiteY27" fmla="*/ 270933 h 270932"/>
                <a:gd name="connsiteX28" fmla="*/ 72691 w 478765"/>
                <a:gd name="connsiteY28" fmla="*/ 269794 h 270932"/>
                <a:gd name="connsiteX29" fmla="*/ 0 w 478765"/>
                <a:gd name="connsiteY29" fmla="*/ 270933 h 270932"/>
                <a:gd name="connsiteX30" fmla="*/ 0 w 478765"/>
                <a:gd name="connsiteY30" fmla="*/ 252722 h 270932"/>
                <a:gd name="connsiteX31" fmla="*/ 49355 w 478765"/>
                <a:gd name="connsiteY31" fmla="*/ 212403 h 270932"/>
                <a:gd name="connsiteX32" fmla="*/ 49355 w 478765"/>
                <a:gd name="connsiteY32" fmla="*/ 62466 h 270932"/>
                <a:gd name="connsiteX33" fmla="*/ 0 w 478765"/>
                <a:gd name="connsiteY33" fmla="*/ 22146 h 270932"/>
                <a:gd name="connsiteX34" fmla="*/ 0 w 478765"/>
                <a:gd name="connsiteY34" fmla="*/ 5682 h 270932"/>
                <a:gd name="connsiteX35" fmla="*/ 93141 w 478765"/>
                <a:gd name="connsiteY35" fmla="*/ 5682 h 270932"/>
                <a:gd name="connsiteX36" fmla="*/ 93141 w 478765"/>
                <a:gd name="connsiteY36" fmla="*/ 37497 h 27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78765" h="270932">
                  <a:moveTo>
                    <a:pt x="93141" y="37484"/>
                  </a:moveTo>
                  <a:cubicBezTo>
                    <a:pt x="119830" y="10213"/>
                    <a:pt x="146520" y="0"/>
                    <a:pt x="183435" y="0"/>
                  </a:cubicBezTo>
                  <a:cubicBezTo>
                    <a:pt x="212402" y="0"/>
                    <a:pt x="238535" y="4543"/>
                    <a:pt x="258403" y="42584"/>
                  </a:cubicBezTo>
                  <a:cubicBezTo>
                    <a:pt x="281119" y="13060"/>
                    <a:pt x="312934" y="0"/>
                    <a:pt x="349848" y="0"/>
                  </a:cubicBezTo>
                  <a:cubicBezTo>
                    <a:pt x="410048" y="0"/>
                    <a:pt x="429917" y="25551"/>
                    <a:pt x="429917" y="82347"/>
                  </a:cubicBezTo>
                  <a:lnTo>
                    <a:pt x="429917" y="212403"/>
                  </a:lnTo>
                  <a:cubicBezTo>
                    <a:pt x="429917" y="244775"/>
                    <a:pt x="431625" y="252722"/>
                    <a:pt x="478765" y="252722"/>
                  </a:cubicBezTo>
                  <a:lnTo>
                    <a:pt x="478765" y="270895"/>
                  </a:lnTo>
                  <a:cubicBezTo>
                    <a:pt x="455986" y="270338"/>
                    <a:pt x="431625" y="270338"/>
                    <a:pt x="406631" y="269756"/>
                  </a:cubicBezTo>
                  <a:cubicBezTo>
                    <a:pt x="381650" y="270338"/>
                    <a:pt x="357277" y="270338"/>
                    <a:pt x="337345" y="270895"/>
                  </a:cubicBezTo>
                  <a:lnTo>
                    <a:pt x="337345" y="252722"/>
                  </a:lnTo>
                  <a:cubicBezTo>
                    <a:pt x="378246" y="252153"/>
                    <a:pt x="383916" y="244205"/>
                    <a:pt x="383346" y="212403"/>
                  </a:cubicBezTo>
                  <a:lnTo>
                    <a:pt x="383346" y="94268"/>
                  </a:lnTo>
                  <a:cubicBezTo>
                    <a:pt x="383346" y="56214"/>
                    <a:pt x="376538" y="24981"/>
                    <a:pt x="331106" y="24981"/>
                  </a:cubicBezTo>
                  <a:cubicBezTo>
                    <a:pt x="277145" y="24981"/>
                    <a:pt x="262946" y="55088"/>
                    <a:pt x="262946" y="103924"/>
                  </a:cubicBezTo>
                  <a:lnTo>
                    <a:pt x="262946" y="212403"/>
                  </a:lnTo>
                  <a:cubicBezTo>
                    <a:pt x="262946" y="243066"/>
                    <a:pt x="265224" y="252722"/>
                    <a:pt x="307821" y="252722"/>
                  </a:cubicBezTo>
                  <a:lnTo>
                    <a:pt x="307821" y="270895"/>
                  </a:lnTo>
                  <a:cubicBezTo>
                    <a:pt x="289079" y="270338"/>
                    <a:pt x="264655" y="270338"/>
                    <a:pt x="239661" y="269756"/>
                  </a:cubicBezTo>
                  <a:cubicBezTo>
                    <a:pt x="214680" y="270338"/>
                    <a:pt x="190306" y="270338"/>
                    <a:pt x="170944" y="270895"/>
                  </a:cubicBezTo>
                  <a:lnTo>
                    <a:pt x="170944" y="252722"/>
                  </a:lnTo>
                  <a:cubicBezTo>
                    <a:pt x="213541" y="252153"/>
                    <a:pt x="216945" y="242497"/>
                    <a:pt x="216376" y="212403"/>
                  </a:cubicBezTo>
                  <a:lnTo>
                    <a:pt x="216376" y="100519"/>
                  </a:lnTo>
                  <a:cubicBezTo>
                    <a:pt x="216376" y="59631"/>
                    <a:pt x="214680" y="22716"/>
                    <a:pt x="163554" y="24412"/>
                  </a:cubicBezTo>
                  <a:cubicBezTo>
                    <a:pt x="105062" y="26690"/>
                    <a:pt x="95976" y="58492"/>
                    <a:pt x="95976" y="107935"/>
                  </a:cubicBezTo>
                  <a:lnTo>
                    <a:pt x="95976" y="212441"/>
                  </a:lnTo>
                  <a:cubicBezTo>
                    <a:pt x="95976" y="243104"/>
                    <a:pt x="97684" y="252760"/>
                    <a:pt x="141977" y="252760"/>
                  </a:cubicBezTo>
                  <a:lnTo>
                    <a:pt x="141977" y="270933"/>
                  </a:lnTo>
                  <a:cubicBezTo>
                    <a:pt x="122108" y="270376"/>
                    <a:pt x="97684" y="270376"/>
                    <a:pt x="72691" y="269794"/>
                  </a:cubicBezTo>
                  <a:cubicBezTo>
                    <a:pt x="47709" y="270376"/>
                    <a:pt x="23336" y="270376"/>
                    <a:pt x="0" y="270933"/>
                  </a:cubicBezTo>
                  <a:lnTo>
                    <a:pt x="0" y="252722"/>
                  </a:lnTo>
                  <a:cubicBezTo>
                    <a:pt x="45432" y="252722"/>
                    <a:pt x="49975" y="243636"/>
                    <a:pt x="49355" y="212403"/>
                  </a:cubicBezTo>
                  <a:lnTo>
                    <a:pt x="49355" y="62466"/>
                  </a:lnTo>
                  <a:cubicBezTo>
                    <a:pt x="49355" y="26690"/>
                    <a:pt x="45381" y="23855"/>
                    <a:pt x="0" y="22146"/>
                  </a:cubicBezTo>
                  <a:lnTo>
                    <a:pt x="0" y="5682"/>
                  </a:lnTo>
                  <a:lnTo>
                    <a:pt x="93141" y="5682"/>
                  </a:lnTo>
                  <a:lnTo>
                    <a:pt x="93141" y="37497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1" name="Freihandform 10">
              <a:extLst>
                <a:ext uri="{FF2B5EF4-FFF2-40B4-BE49-F238E27FC236}">
                  <a16:creationId xmlns:a16="http://schemas.microsoft.com/office/drawing/2014/main" id="{7D6FA386-C941-4DE3-8B3C-E8FE22C21158}"/>
                </a:ext>
              </a:extLst>
            </p:cNvPr>
            <p:cNvSpPr/>
            <p:nvPr/>
          </p:nvSpPr>
          <p:spPr>
            <a:xfrm>
              <a:off x="5032902" y="882412"/>
              <a:ext cx="228309" cy="275501"/>
            </a:xfrm>
            <a:custGeom>
              <a:avLst/>
              <a:gdLst>
                <a:gd name="connsiteX0" fmla="*/ 228309 w 228309"/>
                <a:gd name="connsiteY0" fmla="*/ 186903 h 275501"/>
                <a:gd name="connsiteX1" fmla="*/ 228309 w 228309"/>
                <a:gd name="connsiteY1" fmla="*/ 253355 h 275501"/>
                <a:gd name="connsiteX2" fmla="*/ 123804 w 228309"/>
                <a:gd name="connsiteY2" fmla="*/ 275501 h 275501"/>
                <a:gd name="connsiteX3" fmla="*/ 0 w 228309"/>
                <a:gd name="connsiteY3" fmla="*/ 136295 h 275501"/>
                <a:gd name="connsiteX4" fmla="*/ 126652 w 228309"/>
                <a:gd name="connsiteY4" fmla="*/ 0 h 275501"/>
                <a:gd name="connsiteX5" fmla="*/ 228309 w 228309"/>
                <a:gd name="connsiteY5" fmla="*/ 26120 h 275501"/>
                <a:gd name="connsiteX6" fmla="*/ 228309 w 228309"/>
                <a:gd name="connsiteY6" fmla="*/ 86320 h 275501"/>
                <a:gd name="connsiteX7" fmla="*/ 198773 w 228309"/>
                <a:gd name="connsiteY7" fmla="*/ 86320 h 275501"/>
                <a:gd name="connsiteX8" fmla="*/ 134029 w 228309"/>
                <a:gd name="connsiteY8" fmla="*/ 18173 h 275501"/>
                <a:gd name="connsiteX9" fmla="*/ 50506 w 228309"/>
                <a:gd name="connsiteY9" fmla="*/ 136295 h 275501"/>
                <a:gd name="connsiteX10" fmla="*/ 134561 w 228309"/>
                <a:gd name="connsiteY10" fmla="*/ 257265 h 275501"/>
                <a:gd name="connsiteX11" fmla="*/ 199874 w 228309"/>
                <a:gd name="connsiteY11" fmla="*/ 186840 h 27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09" h="275501">
                  <a:moveTo>
                    <a:pt x="228309" y="186903"/>
                  </a:moveTo>
                  <a:lnTo>
                    <a:pt x="228309" y="253355"/>
                  </a:lnTo>
                  <a:cubicBezTo>
                    <a:pt x="193660" y="270958"/>
                    <a:pt x="162427" y="275501"/>
                    <a:pt x="123804" y="275501"/>
                  </a:cubicBezTo>
                  <a:cubicBezTo>
                    <a:pt x="26120" y="275501"/>
                    <a:pt x="0" y="228361"/>
                    <a:pt x="0" y="136295"/>
                  </a:cubicBezTo>
                  <a:cubicBezTo>
                    <a:pt x="0" y="46571"/>
                    <a:pt x="32372" y="0"/>
                    <a:pt x="126652" y="0"/>
                  </a:cubicBezTo>
                  <a:cubicBezTo>
                    <a:pt x="154493" y="0"/>
                    <a:pt x="207289" y="5062"/>
                    <a:pt x="228309" y="26120"/>
                  </a:cubicBezTo>
                  <a:lnTo>
                    <a:pt x="228309" y="86320"/>
                  </a:lnTo>
                  <a:lnTo>
                    <a:pt x="198773" y="86320"/>
                  </a:lnTo>
                  <a:cubicBezTo>
                    <a:pt x="194799" y="59061"/>
                    <a:pt x="202177" y="18173"/>
                    <a:pt x="134029" y="18173"/>
                  </a:cubicBezTo>
                  <a:cubicBezTo>
                    <a:pt x="57922" y="18173"/>
                    <a:pt x="50506" y="73855"/>
                    <a:pt x="50506" y="136295"/>
                  </a:cubicBezTo>
                  <a:cubicBezTo>
                    <a:pt x="50506" y="198736"/>
                    <a:pt x="57327" y="257265"/>
                    <a:pt x="134561" y="257265"/>
                  </a:cubicBezTo>
                  <a:cubicBezTo>
                    <a:pt x="197596" y="257265"/>
                    <a:pt x="194191" y="229424"/>
                    <a:pt x="199874" y="186840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2" name="Freihandform 11">
              <a:extLst>
                <a:ext uri="{FF2B5EF4-FFF2-40B4-BE49-F238E27FC236}">
                  <a16:creationId xmlns:a16="http://schemas.microsoft.com/office/drawing/2014/main" id="{379CFBBC-A587-40A2-AA0E-04F175F51220}"/>
                </a:ext>
              </a:extLst>
            </p:cNvPr>
            <p:cNvSpPr/>
            <p:nvPr/>
          </p:nvSpPr>
          <p:spPr>
            <a:xfrm>
              <a:off x="5301417" y="751850"/>
              <a:ext cx="147658" cy="401520"/>
            </a:xfrm>
            <a:custGeom>
              <a:avLst/>
              <a:gdLst>
                <a:gd name="connsiteX0" fmla="*/ 97115 w 147658"/>
                <a:gd name="connsiteY0" fmla="*/ 343598 h 401520"/>
                <a:gd name="connsiteX1" fmla="*/ 147659 w 147658"/>
                <a:gd name="connsiteY1" fmla="*/ 383348 h 401520"/>
                <a:gd name="connsiteX2" fmla="*/ 147659 w 147658"/>
                <a:gd name="connsiteY2" fmla="*/ 401521 h 401520"/>
                <a:gd name="connsiteX3" fmla="*/ 73829 w 147658"/>
                <a:gd name="connsiteY3" fmla="*/ 400382 h 401520"/>
                <a:gd name="connsiteX4" fmla="*/ 0 w 147658"/>
                <a:gd name="connsiteY4" fmla="*/ 401521 h 401520"/>
                <a:gd name="connsiteX5" fmla="*/ 0 w 147658"/>
                <a:gd name="connsiteY5" fmla="*/ 383348 h 401520"/>
                <a:gd name="connsiteX6" fmla="*/ 50544 w 147658"/>
                <a:gd name="connsiteY6" fmla="*/ 343598 h 401520"/>
                <a:gd name="connsiteX7" fmla="*/ 50544 w 147658"/>
                <a:gd name="connsiteY7" fmla="*/ 194268 h 401520"/>
                <a:gd name="connsiteX8" fmla="*/ 0 w 147658"/>
                <a:gd name="connsiteY8" fmla="*/ 153949 h 401520"/>
                <a:gd name="connsiteX9" fmla="*/ 0 w 147658"/>
                <a:gd name="connsiteY9" fmla="*/ 136308 h 401520"/>
                <a:gd name="connsiteX10" fmla="*/ 97115 w 147658"/>
                <a:gd name="connsiteY10" fmla="*/ 136308 h 401520"/>
                <a:gd name="connsiteX11" fmla="*/ 97115 w 147658"/>
                <a:gd name="connsiteY11" fmla="*/ 343598 h 401520"/>
                <a:gd name="connsiteX12" fmla="*/ 39749 w 147658"/>
                <a:gd name="connsiteY12" fmla="*/ 37484 h 401520"/>
                <a:gd name="connsiteX13" fmla="*/ 71552 w 147658"/>
                <a:gd name="connsiteY13" fmla="*/ 0 h 401520"/>
                <a:gd name="connsiteX14" fmla="*/ 103366 w 147658"/>
                <a:gd name="connsiteY14" fmla="*/ 37484 h 401520"/>
                <a:gd name="connsiteX15" fmla="*/ 71552 w 147658"/>
                <a:gd name="connsiteY15" fmla="*/ 74956 h 401520"/>
                <a:gd name="connsiteX16" fmla="*/ 39749 w 147658"/>
                <a:gd name="connsiteY16" fmla="*/ 37484 h 4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7658" h="401520">
                  <a:moveTo>
                    <a:pt x="97115" y="343598"/>
                  </a:moveTo>
                  <a:cubicBezTo>
                    <a:pt x="97115" y="375970"/>
                    <a:pt x="99393" y="383348"/>
                    <a:pt x="147659" y="383348"/>
                  </a:cubicBezTo>
                  <a:lnTo>
                    <a:pt x="147659" y="401521"/>
                  </a:lnTo>
                  <a:cubicBezTo>
                    <a:pt x="123247" y="400964"/>
                    <a:pt x="98823" y="400382"/>
                    <a:pt x="73829" y="400382"/>
                  </a:cubicBezTo>
                  <a:cubicBezTo>
                    <a:pt x="48836" y="400382"/>
                    <a:pt x="24475" y="400964"/>
                    <a:pt x="0" y="401521"/>
                  </a:cubicBezTo>
                  <a:lnTo>
                    <a:pt x="0" y="383348"/>
                  </a:lnTo>
                  <a:cubicBezTo>
                    <a:pt x="48279" y="383348"/>
                    <a:pt x="50544" y="375970"/>
                    <a:pt x="50544" y="343598"/>
                  </a:cubicBezTo>
                  <a:lnTo>
                    <a:pt x="50544" y="194268"/>
                  </a:lnTo>
                  <a:cubicBezTo>
                    <a:pt x="50544" y="157353"/>
                    <a:pt x="45482" y="157353"/>
                    <a:pt x="0" y="153949"/>
                  </a:cubicBezTo>
                  <a:lnTo>
                    <a:pt x="0" y="136308"/>
                  </a:lnTo>
                  <a:lnTo>
                    <a:pt x="97115" y="136308"/>
                  </a:lnTo>
                  <a:lnTo>
                    <a:pt x="97115" y="343598"/>
                  </a:lnTo>
                  <a:close/>
                  <a:moveTo>
                    <a:pt x="39749" y="37484"/>
                  </a:moveTo>
                  <a:cubicBezTo>
                    <a:pt x="39749" y="16464"/>
                    <a:pt x="51683" y="0"/>
                    <a:pt x="71552" y="0"/>
                  </a:cubicBezTo>
                  <a:cubicBezTo>
                    <a:pt x="91420" y="0"/>
                    <a:pt x="103366" y="16452"/>
                    <a:pt x="103366" y="37484"/>
                  </a:cubicBezTo>
                  <a:cubicBezTo>
                    <a:pt x="103366" y="58517"/>
                    <a:pt x="91433" y="74956"/>
                    <a:pt x="71552" y="74956"/>
                  </a:cubicBezTo>
                  <a:cubicBezTo>
                    <a:pt x="51670" y="74956"/>
                    <a:pt x="39749" y="58504"/>
                    <a:pt x="39749" y="37484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3" name="Freihandform 14">
              <a:extLst>
                <a:ext uri="{FF2B5EF4-FFF2-40B4-BE49-F238E27FC236}">
                  <a16:creationId xmlns:a16="http://schemas.microsoft.com/office/drawing/2014/main" id="{79340D2C-58F2-4B60-8F79-13814886CBF5}"/>
                </a:ext>
              </a:extLst>
            </p:cNvPr>
            <p:cNvSpPr/>
            <p:nvPr/>
          </p:nvSpPr>
          <p:spPr>
            <a:xfrm>
              <a:off x="5949405" y="791599"/>
              <a:ext cx="172108" cy="366301"/>
            </a:xfrm>
            <a:custGeom>
              <a:avLst/>
              <a:gdLst>
                <a:gd name="connsiteX0" fmla="*/ 90901 w 172108"/>
                <a:gd name="connsiteY0" fmla="*/ 118135 h 366301"/>
                <a:gd name="connsiteX1" fmla="*/ 90901 w 172108"/>
                <a:gd name="connsiteY1" fmla="*/ 281690 h 366301"/>
                <a:gd name="connsiteX2" fmla="*/ 128373 w 172108"/>
                <a:gd name="connsiteY2" fmla="*/ 344168 h 366301"/>
                <a:gd name="connsiteX3" fmla="*/ 155644 w 172108"/>
                <a:gd name="connsiteY3" fmla="*/ 338486 h 366301"/>
                <a:gd name="connsiteX4" fmla="*/ 165300 w 172108"/>
                <a:gd name="connsiteY4" fmla="*/ 333942 h 366301"/>
                <a:gd name="connsiteX5" fmla="*/ 172108 w 172108"/>
                <a:gd name="connsiteY5" fmla="*/ 349850 h 366301"/>
                <a:gd name="connsiteX6" fmla="*/ 105037 w 172108"/>
                <a:gd name="connsiteY6" fmla="*/ 366302 h 366301"/>
                <a:gd name="connsiteX7" fmla="*/ 44293 w 172108"/>
                <a:gd name="connsiteY7" fmla="*/ 278842 h 366301"/>
                <a:gd name="connsiteX8" fmla="*/ 44293 w 172108"/>
                <a:gd name="connsiteY8" fmla="*/ 118123 h 366301"/>
                <a:gd name="connsiteX9" fmla="*/ 0 w 172108"/>
                <a:gd name="connsiteY9" fmla="*/ 118123 h 366301"/>
                <a:gd name="connsiteX10" fmla="*/ 0 w 172108"/>
                <a:gd name="connsiteY10" fmla="*/ 96558 h 366301"/>
                <a:gd name="connsiteX11" fmla="*/ 44293 w 172108"/>
                <a:gd name="connsiteY11" fmla="*/ 96558 h 366301"/>
                <a:gd name="connsiteX12" fmla="*/ 44293 w 172108"/>
                <a:gd name="connsiteY12" fmla="*/ 19881 h 366301"/>
                <a:gd name="connsiteX13" fmla="*/ 90876 w 172108"/>
                <a:gd name="connsiteY13" fmla="*/ 0 h 366301"/>
                <a:gd name="connsiteX14" fmla="*/ 90876 w 172108"/>
                <a:gd name="connsiteY14" fmla="*/ 96558 h 366301"/>
                <a:gd name="connsiteX15" fmla="*/ 155049 w 172108"/>
                <a:gd name="connsiteY15" fmla="*/ 96558 h 366301"/>
                <a:gd name="connsiteX16" fmla="*/ 155049 w 172108"/>
                <a:gd name="connsiteY16" fmla="*/ 118148 h 36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2108" h="366301">
                  <a:moveTo>
                    <a:pt x="90901" y="118135"/>
                  </a:moveTo>
                  <a:lnTo>
                    <a:pt x="90901" y="281690"/>
                  </a:lnTo>
                  <a:cubicBezTo>
                    <a:pt x="90901" y="308961"/>
                    <a:pt x="92597" y="344168"/>
                    <a:pt x="128373" y="344168"/>
                  </a:cubicBezTo>
                  <a:cubicBezTo>
                    <a:pt x="138028" y="344168"/>
                    <a:pt x="146558" y="341903"/>
                    <a:pt x="155644" y="338486"/>
                  </a:cubicBezTo>
                  <a:lnTo>
                    <a:pt x="165300" y="333942"/>
                  </a:lnTo>
                  <a:lnTo>
                    <a:pt x="172108" y="349850"/>
                  </a:lnTo>
                  <a:cubicBezTo>
                    <a:pt x="155075" y="358367"/>
                    <a:pt x="126677" y="366302"/>
                    <a:pt x="105037" y="366302"/>
                  </a:cubicBezTo>
                  <a:cubicBezTo>
                    <a:pt x="46533" y="366302"/>
                    <a:pt x="44293" y="325413"/>
                    <a:pt x="44293" y="278842"/>
                  </a:cubicBezTo>
                  <a:lnTo>
                    <a:pt x="44293" y="118123"/>
                  </a:lnTo>
                  <a:lnTo>
                    <a:pt x="0" y="118123"/>
                  </a:lnTo>
                  <a:lnTo>
                    <a:pt x="0" y="96558"/>
                  </a:lnTo>
                  <a:lnTo>
                    <a:pt x="44293" y="96558"/>
                  </a:lnTo>
                  <a:lnTo>
                    <a:pt x="44293" y="19881"/>
                  </a:lnTo>
                  <a:lnTo>
                    <a:pt x="90876" y="0"/>
                  </a:lnTo>
                  <a:lnTo>
                    <a:pt x="90876" y="96558"/>
                  </a:lnTo>
                  <a:lnTo>
                    <a:pt x="155049" y="96558"/>
                  </a:lnTo>
                  <a:lnTo>
                    <a:pt x="155049" y="118148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4" name="Freihandform 15">
              <a:extLst>
                <a:ext uri="{FF2B5EF4-FFF2-40B4-BE49-F238E27FC236}">
                  <a16:creationId xmlns:a16="http://schemas.microsoft.com/office/drawing/2014/main" id="{F3C68D8E-3590-441B-B7A5-1A322F319D55}"/>
                </a:ext>
              </a:extLst>
            </p:cNvPr>
            <p:cNvSpPr/>
            <p:nvPr/>
          </p:nvSpPr>
          <p:spPr>
            <a:xfrm>
              <a:off x="4610257" y="728699"/>
              <a:ext cx="299132" cy="303435"/>
            </a:xfrm>
            <a:custGeom>
              <a:avLst/>
              <a:gdLst>
                <a:gd name="connsiteX0" fmla="*/ 286073 w 299132"/>
                <a:gd name="connsiteY0" fmla="*/ 81503 h 303435"/>
                <a:gd name="connsiteX1" fmla="*/ 299133 w 299132"/>
                <a:gd name="connsiteY1" fmla="*/ 81845 h 303435"/>
                <a:gd name="connsiteX2" fmla="*/ 65420 w 299132"/>
                <a:gd name="connsiteY2" fmla="*/ 4573 h 303435"/>
                <a:gd name="connsiteX3" fmla="*/ 35680 w 299132"/>
                <a:gd name="connsiteY3" fmla="*/ 303436 h 303435"/>
                <a:gd name="connsiteX4" fmla="*/ 286073 w 299132"/>
                <a:gd name="connsiteY4" fmla="*/ 81503 h 30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32" h="303435">
                  <a:moveTo>
                    <a:pt x="286073" y="81503"/>
                  </a:moveTo>
                  <a:cubicBezTo>
                    <a:pt x="290451" y="81503"/>
                    <a:pt x="294805" y="81617"/>
                    <a:pt x="299133" y="81845"/>
                  </a:cubicBezTo>
                  <a:cubicBezTo>
                    <a:pt x="239948" y="17226"/>
                    <a:pt x="151459" y="-12031"/>
                    <a:pt x="65420" y="4573"/>
                  </a:cubicBezTo>
                  <a:cubicBezTo>
                    <a:pt x="-9157" y="86806"/>
                    <a:pt x="-21228" y="208119"/>
                    <a:pt x="35680" y="303436"/>
                  </a:cubicBezTo>
                  <a:cubicBezTo>
                    <a:pt x="50664" y="178441"/>
                    <a:pt x="157017" y="81503"/>
                    <a:pt x="286073" y="81503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 16">
              <a:extLst>
                <a:ext uri="{FF2B5EF4-FFF2-40B4-BE49-F238E27FC236}">
                  <a16:creationId xmlns:a16="http://schemas.microsoft.com/office/drawing/2014/main" id="{A6B68BEC-0143-45B9-A7CD-A42962A97455}"/>
                </a:ext>
              </a:extLst>
            </p:cNvPr>
            <p:cNvSpPr/>
            <p:nvPr/>
          </p:nvSpPr>
          <p:spPr>
            <a:xfrm>
              <a:off x="4471313" y="904293"/>
              <a:ext cx="335343" cy="246759"/>
            </a:xfrm>
            <a:custGeom>
              <a:avLst/>
              <a:gdLst>
                <a:gd name="connsiteX0" fmla="*/ 17942 w 335343"/>
                <a:gd name="connsiteY0" fmla="*/ 11478 h 246759"/>
                <a:gd name="connsiteX1" fmla="*/ 11691 w 335343"/>
                <a:gd name="connsiteY1" fmla="*/ 0 h 246759"/>
                <a:gd name="connsiteX2" fmla="*/ 61640 w 335343"/>
                <a:gd name="connsiteY2" fmla="*/ 241029 h 246759"/>
                <a:gd name="connsiteX3" fmla="*/ 335343 w 335343"/>
                <a:gd name="connsiteY3" fmla="*/ 117389 h 246759"/>
                <a:gd name="connsiteX4" fmla="*/ 17930 w 335343"/>
                <a:gd name="connsiteY4" fmla="*/ 11478 h 2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43" h="246759">
                  <a:moveTo>
                    <a:pt x="17942" y="11478"/>
                  </a:moveTo>
                  <a:cubicBezTo>
                    <a:pt x="15757" y="7682"/>
                    <a:pt x="13673" y="3856"/>
                    <a:pt x="11691" y="0"/>
                  </a:cubicBezTo>
                  <a:cubicBezTo>
                    <a:pt x="-14679" y="83564"/>
                    <a:pt x="4233" y="174826"/>
                    <a:pt x="61640" y="241029"/>
                  </a:cubicBezTo>
                  <a:cubicBezTo>
                    <a:pt x="170139" y="264518"/>
                    <a:pt x="281245" y="214329"/>
                    <a:pt x="335343" y="117389"/>
                  </a:cubicBezTo>
                  <a:cubicBezTo>
                    <a:pt x="219562" y="166883"/>
                    <a:pt x="82458" y="123235"/>
                    <a:pt x="17930" y="11478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 17">
              <a:extLst>
                <a:ext uri="{FF2B5EF4-FFF2-40B4-BE49-F238E27FC236}">
                  <a16:creationId xmlns:a16="http://schemas.microsoft.com/office/drawing/2014/main" id="{30B32236-4095-4C6D-AFBE-BF7A1BD07D05}"/>
                </a:ext>
              </a:extLst>
            </p:cNvPr>
            <p:cNvSpPr/>
            <p:nvPr/>
          </p:nvSpPr>
          <p:spPr>
            <a:xfrm>
              <a:off x="4717235" y="887662"/>
              <a:ext cx="243925" cy="339006"/>
            </a:xfrm>
            <a:custGeom>
              <a:avLst/>
              <a:gdLst>
                <a:gd name="connsiteX0" fmla="*/ 66970 w 243925"/>
                <a:gd name="connsiteY0" fmla="*/ 327870 h 339006"/>
                <a:gd name="connsiteX1" fmla="*/ 60162 w 243925"/>
                <a:gd name="connsiteY1" fmla="*/ 339006 h 339006"/>
                <a:gd name="connsiteX2" fmla="*/ 243926 w 243925"/>
                <a:gd name="connsiteY2" fmla="*/ 175237 h 339006"/>
                <a:gd name="connsiteX3" fmla="*/ 0 w 243925"/>
                <a:gd name="connsiteY3" fmla="*/ 27 h 339006"/>
                <a:gd name="connsiteX4" fmla="*/ 66970 w 243925"/>
                <a:gd name="connsiteY4" fmla="*/ 327870 h 33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25" h="339006">
                  <a:moveTo>
                    <a:pt x="66970" y="327870"/>
                  </a:moveTo>
                  <a:cubicBezTo>
                    <a:pt x="64785" y="331666"/>
                    <a:pt x="62516" y="335378"/>
                    <a:pt x="60162" y="339006"/>
                  </a:cubicBezTo>
                  <a:cubicBezTo>
                    <a:pt x="145721" y="320074"/>
                    <a:pt x="215306" y="258060"/>
                    <a:pt x="243926" y="175237"/>
                  </a:cubicBezTo>
                  <a:cubicBezTo>
                    <a:pt x="210013" y="69533"/>
                    <a:pt x="110999" y="-1589"/>
                    <a:pt x="0" y="27"/>
                  </a:cubicBezTo>
                  <a:cubicBezTo>
                    <a:pt x="100810" y="75527"/>
                    <a:pt x="131498" y="216100"/>
                    <a:pt x="66970" y="327870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</p:spTree>
    <p:extLst>
      <p:ext uri="{BB962C8B-B14F-4D97-AF65-F5344CB8AC3E}">
        <p14:creationId xmlns:p14="http://schemas.microsoft.com/office/powerpoint/2010/main" val="338442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71F0F66C-A37A-486B-A50A-ABD88226EA6C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448887" y="304798"/>
            <a:ext cx="11614526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/>
              <a:t>Agenda</a:t>
            </a: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82B342F7-65AC-4706-B75C-EA20043406D0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8" y="928495"/>
            <a:ext cx="12178581" cy="5413760"/>
          </a:xfrm>
          <a:prstGeom prst="rect">
            <a:avLst/>
          </a:prstGeom>
        </p:spPr>
      </p:pic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6123E26C-B7BA-4978-8311-BEBCEBCC909D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BAF8B263-9609-405A-84A6-76D6D2811FD2}" type="datetime4">
              <a:rPr lang="de-DE" smtClean="0"/>
              <a:t>1. August 2025</a:t>
            </a:fld>
            <a:endParaRPr lang="de-DE"/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5D4FACE-539D-43D2-9132-F749B298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AE9B590-36F2-4D8F-BAB1-0397E2DEFD96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B611A8F-E908-4EF1-B1B6-D6DBB17DB89E}"/>
              </a:ext>
            </a:extLst>
          </p:cNvPr>
          <p:cNvSpPr txBox="1"/>
          <p:nvPr userDrawn="1"/>
        </p:nvSpPr>
        <p:spPr>
          <a:xfrm>
            <a:off x="884408" y="151441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640EE5C2-78D8-4FBD-A890-86BC0F72E0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705" y="151441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301A05D9-1A42-4E46-ADA0-D3B9779DC81A}"/>
              </a:ext>
            </a:extLst>
          </p:cNvPr>
          <p:cNvSpPr txBox="1"/>
          <p:nvPr userDrawn="1"/>
        </p:nvSpPr>
        <p:spPr>
          <a:xfrm>
            <a:off x="884408" y="2647931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02</a:t>
            </a:r>
          </a:p>
        </p:txBody>
      </p:sp>
      <p:sp>
        <p:nvSpPr>
          <p:cNvPr id="57" name="Textplatzhalter 41">
            <a:extLst>
              <a:ext uri="{FF2B5EF4-FFF2-40B4-BE49-F238E27FC236}">
                <a16:creationId xmlns:a16="http://schemas.microsoft.com/office/drawing/2014/main" id="{6A272872-6C8A-472E-9A5A-97B4D6F566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705" y="2647931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2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E75FD57-FA04-4464-864F-EE84F316FC00}"/>
              </a:ext>
            </a:extLst>
          </p:cNvPr>
          <p:cNvSpPr txBox="1"/>
          <p:nvPr userDrawn="1"/>
        </p:nvSpPr>
        <p:spPr>
          <a:xfrm>
            <a:off x="884408" y="3781450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03</a:t>
            </a:r>
          </a:p>
        </p:txBody>
      </p:sp>
      <p:sp>
        <p:nvSpPr>
          <p:cNvPr id="59" name="Textplatzhalter 41">
            <a:extLst>
              <a:ext uri="{FF2B5EF4-FFF2-40B4-BE49-F238E27FC236}">
                <a16:creationId xmlns:a16="http://schemas.microsoft.com/office/drawing/2014/main" id="{A5ACDC07-3FF2-4E36-8EC8-77A88088FB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9705" y="3781450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3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96A130C0-9C08-4086-B903-E1798AFF8765}"/>
              </a:ext>
            </a:extLst>
          </p:cNvPr>
          <p:cNvSpPr txBox="1"/>
          <p:nvPr userDrawn="1"/>
        </p:nvSpPr>
        <p:spPr>
          <a:xfrm>
            <a:off x="884408" y="4914968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04</a:t>
            </a:r>
          </a:p>
        </p:txBody>
      </p:sp>
      <p:sp>
        <p:nvSpPr>
          <p:cNvPr id="61" name="Textplatzhalter 41">
            <a:extLst>
              <a:ext uri="{FF2B5EF4-FFF2-40B4-BE49-F238E27FC236}">
                <a16:creationId xmlns:a16="http://schemas.microsoft.com/office/drawing/2014/main" id="{0360ABF9-D054-4D92-AF67-C7B6998D08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9705" y="4914968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4</a:t>
            </a:r>
          </a:p>
        </p:txBody>
      </p:sp>
      <p:sp>
        <p:nvSpPr>
          <p:cNvPr id="16" name="Fußzeilenplatzhalter 48">
            <a:extLst>
              <a:ext uri="{FF2B5EF4-FFF2-40B4-BE49-F238E27FC236}">
                <a16:creationId xmlns:a16="http://schemas.microsoft.com/office/drawing/2014/main" id="{A94878E4-BD51-454A-AAF1-AC493F764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36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B67A0F56-CF2D-438F-8CEE-4A6EF1BEC765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8" y="928495"/>
            <a:ext cx="12178581" cy="5413760"/>
          </a:xfrm>
          <a:prstGeom prst="rect">
            <a:avLst/>
          </a:prstGeom>
        </p:spPr>
      </p:pic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5D4FACE-539D-43D2-9132-F749B298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AE9B590-36F2-4D8F-BAB1-0397E2DEFD96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B611A8F-E908-4EF1-B1B6-D6DBB17DB89E}"/>
              </a:ext>
            </a:extLst>
          </p:cNvPr>
          <p:cNvSpPr txBox="1"/>
          <p:nvPr userDrawn="1"/>
        </p:nvSpPr>
        <p:spPr>
          <a:xfrm>
            <a:off x="884408" y="151441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640EE5C2-78D8-4FBD-A890-86BC0F72E0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705" y="151441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301A05D9-1A42-4E46-ADA0-D3B9779DC81A}"/>
              </a:ext>
            </a:extLst>
          </p:cNvPr>
          <p:cNvSpPr txBox="1"/>
          <p:nvPr userDrawn="1"/>
        </p:nvSpPr>
        <p:spPr>
          <a:xfrm>
            <a:off x="884408" y="2433668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02</a:t>
            </a:r>
          </a:p>
        </p:txBody>
      </p:sp>
      <p:sp>
        <p:nvSpPr>
          <p:cNvPr id="57" name="Textplatzhalter 41">
            <a:extLst>
              <a:ext uri="{FF2B5EF4-FFF2-40B4-BE49-F238E27FC236}">
                <a16:creationId xmlns:a16="http://schemas.microsoft.com/office/drawing/2014/main" id="{6A272872-6C8A-472E-9A5A-97B4D6F566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705" y="2433668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2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E75FD57-FA04-4464-864F-EE84F316FC00}"/>
              </a:ext>
            </a:extLst>
          </p:cNvPr>
          <p:cNvSpPr txBox="1"/>
          <p:nvPr userDrawn="1"/>
        </p:nvSpPr>
        <p:spPr>
          <a:xfrm>
            <a:off x="884408" y="3352924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03</a:t>
            </a:r>
          </a:p>
        </p:txBody>
      </p:sp>
      <p:sp>
        <p:nvSpPr>
          <p:cNvPr id="59" name="Textplatzhalter 41">
            <a:extLst>
              <a:ext uri="{FF2B5EF4-FFF2-40B4-BE49-F238E27FC236}">
                <a16:creationId xmlns:a16="http://schemas.microsoft.com/office/drawing/2014/main" id="{A5ACDC07-3FF2-4E36-8EC8-77A88088FB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9705" y="3352924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3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96A130C0-9C08-4086-B903-E1798AFF8765}"/>
              </a:ext>
            </a:extLst>
          </p:cNvPr>
          <p:cNvSpPr txBox="1"/>
          <p:nvPr userDrawn="1"/>
        </p:nvSpPr>
        <p:spPr>
          <a:xfrm>
            <a:off x="884408" y="4272180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04</a:t>
            </a:r>
          </a:p>
        </p:txBody>
      </p:sp>
      <p:sp>
        <p:nvSpPr>
          <p:cNvPr id="61" name="Textplatzhalter 41">
            <a:extLst>
              <a:ext uri="{FF2B5EF4-FFF2-40B4-BE49-F238E27FC236}">
                <a16:creationId xmlns:a16="http://schemas.microsoft.com/office/drawing/2014/main" id="{0360ABF9-D054-4D92-AF67-C7B6998D08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9705" y="4272180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4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C4D1CD1-9114-4D3F-AE30-0BCAE32B2AEC}"/>
              </a:ext>
            </a:extLst>
          </p:cNvPr>
          <p:cNvSpPr txBox="1"/>
          <p:nvPr userDrawn="1"/>
        </p:nvSpPr>
        <p:spPr>
          <a:xfrm>
            <a:off x="884408" y="5191434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05</a:t>
            </a:r>
          </a:p>
        </p:txBody>
      </p:sp>
      <p:sp>
        <p:nvSpPr>
          <p:cNvPr id="63" name="Textplatzhalter 41">
            <a:extLst>
              <a:ext uri="{FF2B5EF4-FFF2-40B4-BE49-F238E27FC236}">
                <a16:creationId xmlns:a16="http://schemas.microsoft.com/office/drawing/2014/main" id="{28B4D9F3-A7AB-4A59-92C0-26D2C4141E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9705" y="5191434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5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7F23B8F-F422-47C7-A09C-F599927E44D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448887" y="304798"/>
            <a:ext cx="11614526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/>
              <a:t>Agenda</a:t>
            </a:r>
          </a:p>
        </p:txBody>
      </p:sp>
      <p:sp>
        <p:nvSpPr>
          <p:cNvPr id="20" name="Datumsplatzhalter 14">
            <a:extLst>
              <a:ext uri="{FF2B5EF4-FFF2-40B4-BE49-F238E27FC236}">
                <a16:creationId xmlns:a16="http://schemas.microsoft.com/office/drawing/2014/main" id="{751FDB21-DEDE-40BD-9E57-B421A98F4960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43771EA2-C589-4338-82DC-76B6C0531A92}" type="datetime4">
              <a:rPr lang="de-DE" smtClean="0"/>
              <a:t>1. August 2025</a:t>
            </a:fld>
            <a:endParaRPr lang="de-DE"/>
          </a:p>
        </p:txBody>
      </p:sp>
      <p:sp>
        <p:nvSpPr>
          <p:cNvPr id="21" name="Fußzeilenplatzhalter 48">
            <a:extLst>
              <a:ext uri="{FF2B5EF4-FFF2-40B4-BE49-F238E27FC236}">
                <a16:creationId xmlns:a16="http://schemas.microsoft.com/office/drawing/2014/main" id="{9C55A7A0-79A8-46FE-8275-24F7D27DB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09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41259532-C888-42AC-B271-E84FEE6E7C2F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8" y="928495"/>
            <a:ext cx="12178581" cy="5413760"/>
          </a:xfrm>
          <a:prstGeom prst="rect">
            <a:avLst/>
          </a:prstGeom>
        </p:spPr>
      </p:pic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5D4FACE-539D-43D2-9132-F749B298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AE9B590-36F2-4D8F-BAB1-0397E2DEFD96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B611A8F-E908-4EF1-B1B6-D6DBB17DB89E}"/>
              </a:ext>
            </a:extLst>
          </p:cNvPr>
          <p:cNvSpPr txBox="1"/>
          <p:nvPr userDrawn="1"/>
        </p:nvSpPr>
        <p:spPr>
          <a:xfrm>
            <a:off x="884408" y="151441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640EE5C2-78D8-4FBD-A890-86BC0F72E0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705" y="151441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301A05D9-1A42-4E46-ADA0-D3B9779DC81A}"/>
              </a:ext>
            </a:extLst>
          </p:cNvPr>
          <p:cNvSpPr txBox="1"/>
          <p:nvPr userDrawn="1"/>
        </p:nvSpPr>
        <p:spPr>
          <a:xfrm>
            <a:off x="884408" y="2241225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02</a:t>
            </a:r>
          </a:p>
        </p:txBody>
      </p:sp>
      <p:sp>
        <p:nvSpPr>
          <p:cNvPr id="57" name="Textplatzhalter 41">
            <a:extLst>
              <a:ext uri="{FF2B5EF4-FFF2-40B4-BE49-F238E27FC236}">
                <a16:creationId xmlns:a16="http://schemas.microsoft.com/office/drawing/2014/main" id="{6A272872-6C8A-472E-9A5A-97B4D6F566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705" y="2241225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2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E75FD57-FA04-4464-864F-EE84F316FC00}"/>
              </a:ext>
            </a:extLst>
          </p:cNvPr>
          <p:cNvSpPr txBox="1"/>
          <p:nvPr userDrawn="1"/>
        </p:nvSpPr>
        <p:spPr>
          <a:xfrm>
            <a:off x="884408" y="2978990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03</a:t>
            </a:r>
          </a:p>
        </p:txBody>
      </p:sp>
      <p:sp>
        <p:nvSpPr>
          <p:cNvPr id="59" name="Textplatzhalter 41">
            <a:extLst>
              <a:ext uri="{FF2B5EF4-FFF2-40B4-BE49-F238E27FC236}">
                <a16:creationId xmlns:a16="http://schemas.microsoft.com/office/drawing/2014/main" id="{A5ACDC07-3FF2-4E36-8EC8-77A88088FB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9705" y="2978990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3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96A130C0-9C08-4086-B903-E1798AFF8765}"/>
              </a:ext>
            </a:extLst>
          </p:cNvPr>
          <p:cNvSpPr txBox="1"/>
          <p:nvPr userDrawn="1"/>
        </p:nvSpPr>
        <p:spPr>
          <a:xfrm>
            <a:off x="884408" y="3714020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04</a:t>
            </a:r>
          </a:p>
        </p:txBody>
      </p:sp>
      <p:sp>
        <p:nvSpPr>
          <p:cNvPr id="61" name="Textplatzhalter 41">
            <a:extLst>
              <a:ext uri="{FF2B5EF4-FFF2-40B4-BE49-F238E27FC236}">
                <a16:creationId xmlns:a16="http://schemas.microsoft.com/office/drawing/2014/main" id="{0360ABF9-D054-4D92-AF67-C7B6998D08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9705" y="3714020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4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C4D1CD1-9114-4D3F-AE30-0BCAE32B2AEC}"/>
              </a:ext>
            </a:extLst>
          </p:cNvPr>
          <p:cNvSpPr txBox="1"/>
          <p:nvPr userDrawn="1"/>
        </p:nvSpPr>
        <p:spPr>
          <a:xfrm>
            <a:off x="884408" y="4449050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05</a:t>
            </a:r>
          </a:p>
        </p:txBody>
      </p:sp>
      <p:sp>
        <p:nvSpPr>
          <p:cNvPr id="63" name="Textplatzhalter 41">
            <a:extLst>
              <a:ext uri="{FF2B5EF4-FFF2-40B4-BE49-F238E27FC236}">
                <a16:creationId xmlns:a16="http://schemas.microsoft.com/office/drawing/2014/main" id="{28B4D9F3-A7AB-4A59-92C0-26D2C4141E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9705" y="4449050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5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13D59CE-85C6-40E5-AFA2-81F9DEEEDE9E}"/>
              </a:ext>
            </a:extLst>
          </p:cNvPr>
          <p:cNvSpPr txBox="1"/>
          <p:nvPr userDrawn="1"/>
        </p:nvSpPr>
        <p:spPr>
          <a:xfrm>
            <a:off x="884408" y="5184080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06</a:t>
            </a:r>
          </a:p>
        </p:txBody>
      </p:sp>
      <p:sp>
        <p:nvSpPr>
          <p:cNvPr id="65" name="Textplatzhalter 41">
            <a:extLst>
              <a:ext uri="{FF2B5EF4-FFF2-40B4-BE49-F238E27FC236}">
                <a16:creationId xmlns:a16="http://schemas.microsoft.com/office/drawing/2014/main" id="{6951DD4F-4A3B-4BF1-863A-D75745FF9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9705" y="5184080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6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E7E0D77E-AF3C-4585-9F96-F7237CAA84CC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448887" y="304798"/>
            <a:ext cx="11614526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/>
              <a:t>Agenda</a:t>
            </a:r>
          </a:p>
        </p:txBody>
      </p:sp>
      <p:sp>
        <p:nvSpPr>
          <p:cNvPr id="22" name="Datumsplatzhalter 14">
            <a:extLst>
              <a:ext uri="{FF2B5EF4-FFF2-40B4-BE49-F238E27FC236}">
                <a16:creationId xmlns:a16="http://schemas.microsoft.com/office/drawing/2014/main" id="{62B65AA7-6E6D-4637-A873-2BEC5E70F623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BE7E43D4-0A31-4E7E-BFB1-683FDE2CF6BE}" type="datetime4">
              <a:rPr lang="de-DE" smtClean="0"/>
              <a:t>1. August 2025</a:t>
            </a:fld>
            <a:endParaRPr lang="de-DE"/>
          </a:p>
        </p:txBody>
      </p:sp>
      <p:sp>
        <p:nvSpPr>
          <p:cNvPr id="24" name="Fußzeilenplatzhalter 48">
            <a:extLst>
              <a:ext uri="{FF2B5EF4-FFF2-40B4-BE49-F238E27FC236}">
                <a16:creationId xmlns:a16="http://schemas.microsoft.com/office/drawing/2014/main" id="{81A77B9F-D5A9-48AC-B150-E380D292F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85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084F9552-42D8-4F03-BEC6-4059D687FF08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8" y="928495"/>
            <a:ext cx="12178581" cy="5413760"/>
          </a:xfrm>
          <a:prstGeom prst="rect">
            <a:avLst/>
          </a:prstGeom>
        </p:spPr>
      </p:pic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5D4FACE-539D-43D2-9132-F749B298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AE9B590-36F2-4D8F-BAB1-0397E2DEFD96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B611A8F-E908-4EF1-B1B6-D6DBB17DB89E}"/>
              </a:ext>
            </a:extLst>
          </p:cNvPr>
          <p:cNvSpPr txBox="1"/>
          <p:nvPr userDrawn="1"/>
        </p:nvSpPr>
        <p:spPr>
          <a:xfrm>
            <a:off x="884408" y="1179434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640EE5C2-78D8-4FBD-A890-86BC0F72E0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705" y="1179434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301A05D9-1A42-4E46-ADA0-D3B9779DC81A}"/>
              </a:ext>
            </a:extLst>
          </p:cNvPr>
          <p:cNvSpPr txBox="1"/>
          <p:nvPr userDrawn="1"/>
        </p:nvSpPr>
        <p:spPr>
          <a:xfrm>
            <a:off x="884408" y="1906247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02</a:t>
            </a:r>
          </a:p>
        </p:txBody>
      </p:sp>
      <p:sp>
        <p:nvSpPr>
          <p:cNvPr id="57" name="Textplatzhalter 41">
            <a:extLst>
              <a:ext uri="{FF2B5EF4-FFF2-40B4-BE49-F238E27FC236}">
                <a16:creationId xmlns:a16="http://schemas.microsoft.com/office/drawing/2014/main" id="{6A272872-6C8A-472E-9A5A-97B4D6F566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705" y="1906247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2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E75FD57-FA04-4464-864F-EE84F316FC00}"/>
              </a:ext>
            </a:extLst>
          </p:cNvPr>
          <p:cNvSpPr txBox="1"/>
          <p:nvPr userDrawn="1"/>
        </p:nvSpPr>
        <p:spPr>
          <a:xfrm>
            <a:off x="884408" y="264401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03</a:t>
            </a:r>
          </a:p>
        </p:txBody>
      </p:sp>
      <p:sp>
        <p:nvSpPr>
          <p:cNvPr id="59" name="Textplatzhalter 41">
            <a:extLst>
              <a:ext uri="{FF2B5EF4-FFF2-40B4-BE49-F238E27FC236}">
                <a16:creationId xmlns:a16="http://schemas.microsoft.com/office/drawing/2014/main" id="{A5ACDC07-3FF2-4E36-8EC8-77A88088FB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9705" y="264401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3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96A130C0-9C08-4086-B903-E1798AFF8765}"/>
              </a:ext>
            </a:extLst>
          </p:cNvPr>
          <p:cNvSpPr txBox="1"/>
          <p:nvPr userDrawn="1"/>
        </p:nvSpPr>
        <p:spPr>
          <a:xfrm>
            <a:off x="884408" y="337904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04</a:t>
            </a:r>
          </a:p>
        </p:txBody>
      </p:sp>
      <p:sp>
        <p:nvSpPr>
          <p:cNvPr id="61" name="Textplatzhalter 41">
            <a:extLst>
              <a:ext uri="{FF2B5EF4-FFF2-40B4-BE49-F238E27FC236}">
                <a16:creationId xmlns:a16="http://schemas.microsoft.com/office/drawing/2014/main" id="{0360ABF9-D054-4D92-AF67-C7B6998D08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9705" y="337904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4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C4D1CD1-9114-4D3F-AE30-0BCAE32B2AEC}"/>
              </a:ext>
            </a:extLst>
          </p:cNvPr>
          <p:cNvSpPr txBox="1"/>
          <p:nvPr userDrawn="1"/>
        </p:nvSpPr>
        <p:spPr>
          <a:xfrm>
            <a:off x="884408" y="411407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05</a:t>
            </a:r>
          </a:p>
        </p:txBody>
      </p:sp>
      <p:sp>
        <p:nvSpPr>
          <p:cNvPr id="63" name="Textplatzhalter 41">
            <a:extLst>
              <a:ext uri="{FF2B5EF4-FFF2-40B4-BE49-F238E27FC236}">
                <a16:creationId xmlns:a16="http://schemas.microsoft.com/office/drawing/2014/main" id="{28B4D9F3-A7AB-4A59-92C0-26D2C4141E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9705" y="411407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5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13D59CE-85C6-40E5-AFA2-81F9DEEEDE9E}"/>
              </a:ext>
            </a:extLst>
          </p:cNvPr>
          <p:cNvSpPr txBox="1"/>
          <p:nvPr userDrawn="1"/>
        </p:nvSpPr>
        <p:spPr>
          <a:xfrm>
            <a:off x="884408" y="484910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06</a:t>
            </a:r>
          </a:p>
        </p:txBody>
      </p:sp>
      <p:sp>
        <p:nvSpPr>
          <p:cNvPr id="65" name="Textplatzhalter 41">
            <a:extLst>
              <a:ext uri="{FF2B5EF4-FFF2-40B4-BE49-F238E27FC236}">
                <a16:creationId xmlns:a16="http://schemas.microsoft.com/office/drawing/2014/main" id="{6951DD4F-4A3B-4BF1-863A-D75745FF9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9705" y="484910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6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B7D45EF-8155-45BD-8202-E8FC50E73B85}"/>
              </a:ext>
            </a:extLst>
          </p:cNvPr>
          <p:cNvSpPr txBox="1"/>
          <p:nvPr userDrawn="1"/>
        </p:nvSpPr>
        <p:spPr>
          <a:xfrm>
            <a:off x="884408" y="5584132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07</a:t>
            </a:r>
          </a:p>
        </p:txBody>
      </p:sp>
      <p:sp>
        <p:nvSpPr>
          <p:cNvPr id="21" name="Textplatzhalter 41">
            <a:extLst>
              <a:ext uri="{FF2B5EF4-FFF2-40B4-BE49-F238E27FC236}">
                <a16:creationId xmlns:a16="http://schemas.microsoft.com/office/drawing/2014/main" id="{688C6EF9-0F59-4611-8BC4-AB6AFD1D1E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9705" y="5584132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7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F55F38DF-7C21-431C-A1C6-380CE9E98230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448887" y="304798"/>
            <a:ext cx="11614526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/>
              <a:t>Agenda</a:t>
            </a:r>
          </a:p>
        </p:txBody>
      </p:sp>
      <p:sp>
        <p:nvSpPr>
          <p:cNvPr id="27" name="Datumsplatzhalter 14">
            <a:extLst>
              <a:ext uri="{FF2B5EF4-FFF2-40B4-BE49-F238E27FC236}">
                <a16:creationId xmlns:a16="http://schemas.microsoft.com/office/drawing/2014/main" id="{E9785954-C7A1-4EE6-8FDB-A4C6B0E07CB8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AB3BD9BB-1393-42A2-9146-E34F1AC0BD43}" type="datetime4">
              <a:rPr lang="de-DE" smtClean="0"/>
              <a:t>1. August 2025</a:t>
            </a:fld>
            <a:endParaRPr lang="de-DE"/>
          </a:p>
        </p:txBody>
      </p:sp>
      <p:sp>
        <p:nvSpPr>
          <p:cNvPr id="28" name="Fußzeilenplatzhalter 48">
            <a:extLst>
              <a:ext uri="{FF2B5EF4-FFF2-40B4-BE49-F238E27FC236}">
                <a16:creationId xmlns:a16="http://schemas.microsoft.com/office/drawing/2014/main" id="{5BD63FD4-DF58-4549-95B3-260A5BF6B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7305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18A7DAC6-E6C8-4BDB-82F7-F2C56F18735E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8" y="928495"/>
            <a:ext cx="12178581" cy="5413760"/>
          </a:xfrm>
          <a:prstGeom prst="rect">
            <a:avLst/>
          </a:prstGeom>
        </p:spPr>
      </p:pic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5D4FACE-539D-43D2-9132-F749B298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AE9B590-36F2-4D8F-BAB1-0397E2DEFD96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B611A8F-E908-4EF1-B1B6-D6DBB17DB89E}"/>
              </a:ext>
            </a:extLst>
          </p:cNvPr>
          <p:cNvSpPr txBox="1"/>
          <p:nvPr userDrawn="1"/>
        </p:nvSpPr>
        <p:spPr>
          <a:xfrm>
            <a:off x="884408" y="1007421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de-DE" sz="32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640EE5C2-78D8-4FBD-A890-86BC0F72E0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9705" y="1007421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301A05D9-1A42-4E46-ADA0-D3B9779DC81A}"/>
              </a:ext>
            </a:extLst>
          </p:cNvPr>
          <p:cNvSpPr txBox="1"/>
          <p:nvPr userDrawn="1"/>
        </p:nvSpPr>
        <p:spPr>
          <a:xfrm>
            <a:off x="884408" y="1674845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02</a:t>
            </a:r>
          </a:p>
        </p:txBody>
      </p:sp>
      <p:sp>
        <p:nvSpPr>
          <p:cNvPr id="57" name="Textplatzhalter 41">
            <a:extLst>
              <a:ext uri="{FF2B5EF4-FFF2-40B4-BE49-F238E27FC236}">
                <a16:creationId xmlns:a16="http://schemas.microsoft.com/office/drawing/2014/main" id="{6A272872-6C8A-472E-9A5A-97B4D6F566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9705" y="1674845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2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E75FD57-FA04-4464-864F-EE84F316FC00}"/>
              </a:ext>
            </a:extLst>
          </p:cNvPr>
          <p:cNvSpPr txBox="1"/>
          <p:nvPr userDrawn="1"/>
        </p:nvSpPr>
        <p:spPr>
          <a:xfrm>
            <a:off x="884408" y="2342269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03</a:t>
            </a:r>
          </a:p>
        </p:txBody>
      </p:sp>
      <p:sp>
        <p:nvSpPr>
          <p:cNvPr id="59" name="Textplatzhalter 41">
            <a:extLst>
              <a:ext uri="{FF2B5EF4-FFF2-40B4-BE49-F238E27FC236}">
                <a16:creationId xmlns:a16="http://schemas.microsoft.com/office/drawing/2014/main" id="{A5ACDC07-3FF2-4E36-8EC8-77A88088FB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59705" y="2342269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3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96A130C0-9C08-4086-B903-E1798AFF8765}"/>
              </a:ext>
            </a:extLst>
          </p:cNvPr>
          <p:cNvSpPr txBox="1"/>
          <p:nvPr userDrawn="1"/>
        </p:nvSpPr>
        <p:spPr>
          <a:xfrm>
            <a:off x="884408" y="3009693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04</a:t>
            </a:r>
          </a:p>
        </p:txBody>
      </p:sp>
      <p:sp>
        <p:nvSpPr>
          <p:cNvPr id="61" name="Textplatzhalter 41">
            <a:extLst>
              <a:ext uri="{FF2B5EF4-FFF2-40B4-BE49-F238E27FC236}">
                <a16:creationId xmlns:a16="http://schemas.microsoft.com/office/drawing/2014/main" id="{0360ABF9-D054-4D92-AF67-C7B6998D08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9705" y="3009693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4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C4D1CD1-9114-4D3F-AE30-0BCAE32B2AEC}"/>
              </a:ext>
            </a:extLst>
          </p:cNvPr>
          <p:cNvSpPr txBox="1"/>
          <p:nvPr userDrawn="1"/>
        </p:nvSpPr>
        <p:spPr>
          <a:xfrm>
            <a:off x="884408" y="3677117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05</a:t>
            </a:r>
          </a:p>
        </p:txBody>
      </p:sp>
      <p:sp>
        <p:nvSpPr>
          <p:cNvPr id="63" name="Textplatzhalter 41">
            <a:extLst>
              <a:ext uri="{FF2B5EF4-FFF2-40B4-BE49-F238E27FC236}">
                <a16:creationId xmlns:a16="http://schemas.microsoft.com/office/drawing/2014/main" id="{28B4D9F3-A7AB-4A59-92C0-26D2C4141E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9705" y="3677117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5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13D59CE-85C6-40E5-AFA2-81F9DEEEDE9E}"/>
              </a:ext>
            </a:extLst>
          </p:cNvPr>
          <p:cNvSpPr txBox="1"/>
          <p:nvPr userDrawn="1"/>
        </p:nvSpPr>
        <p:spPr>
          <a:xfrm>
            <a:off x="884408" y="4344541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06</a:t>
            </a:r>
          </a:p>
        </p:txBody>
      </p:sp>
      <p:sp>
        <p:nvSpPr>
          <p:cNvPr id="65" name="Textplatzhalter 41">
            <a:extLst>
              <a:ext uri="{FF2B5EF4-FFF2-40B4-BE49-F238E27FC236}">
                <a16:creationId xmlns:a16="http://schemas.microsoft.com/office/drawing/2014/main" id="{6951DD4F-4A3B-4BF1-863A-D75745FF9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9705" y="4344541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6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B7D45EF-8155-45BD-8202-E8FC50E73B85}"/>
              </a:ext>
            </a:extLst>
          </p:cNvPr>
          <p:cNvSpPr txBox="1"/>
          <p:nvPr userDrawn="1"/>
        </p:nvSpPr>
        <p:spPr>
          <a:xfrm>
            <a:off x="884408" y="5011965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07</a:t>
            </a:r>
          </a:p>
        </p:txBody>
      </p:sp>
      <p:sp>
        <p:nvSpPr>
          <p:cNvPr id="21" name="Textplatzhalter 41">
            <a:extLst>
              <a:ext uri="{FF2B5EF4-FFF2-40B4-BE49-F238E27FC236}">
                <a16:creationId xmlns:a16="http://schemas.microsoft.com/office/drawing/2014/main" id="{688C6EF9-0F59-4611-8BC4-AB6AFD1D1E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9705" y="5011965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7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D8E900C-52E0-4959-AE80-05A69B392BCC}"/>
              </a:ext>
            </a:extLst>
          </p:cNvPr>
          <p:cNvSpPr txBox="1"/>
          <p:nvPr userDrawn="1"/>
        </p:nvSpPr>
        <p:spPr>
          <a:xfrm>
            <a:off x="884408" y="5679388"/>
            <a:ext cx="602457" cy="58477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33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lvl="0"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08</a:t>
            </a:r>
          </a:p>
        </p:txBody>
      </p:sp>
      <p:sp>
        <p:nvSpPr>
          <p:cNvPr id="24" name="Textplatzhalter 41">
            <a:extLst>
              <a:ext uri="{FF2B5EF4-FFF2-40B4-BE49-F238E27FC236}">
                <a16:creationId xmlns:a16="http://schemas.microsoft.com/office/drawing/2014/main" id="{6095DA5D-80BB-4967-AF20-279365BBB0F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59705" y="5679388"/>
            <a:ext cx="5402822" cy="576193"/>
          </a:xfrm>
          <a:solidFill>
            <a:srgbClr val="FFFFFF">
              <a:alpha val="60000"/>
            </a:srgbClr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8</a:t>
            </a:r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E26C459B-6F55-4292-921D-AF46F4E387D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448887" y="304798"/>
            <a:ext cx="11614526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/>
              <a:t>Agenda</a:t>
            </a:r>
          </a:p>
        </p:txBody>
      </p:sp>
      <p:sp>
        <p:nvSpPr>
          <p:cNvPr id="29" name="Datumsplatzhalter 14">
            <a:extLst>
              <a:ext uri="{FF2B5EF4-FFF2-40B4-BE49-F238E27FC236}">
                <a16:creationId xmlns:a16="http://schemas.microsoft.com/office/drawing/2014/main" id="{4BB10A45-C102-43C2-8DFA-4C8123740D8C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C4E1CB8C-4F46-4666-A9ED-3D18919B674B}" type="datetime4">
              <a:rPr lang="de-DE" smtClean="0"/>
              <a:t>1. August 2025</a:t>
            </a:fld>
            <a:endParaRPr lang="de-DE"/>
          </a:p>
        </p:txBody>
      </p:sp>
      <p:sp>
        <p:nvSpPr>
          <p:cNvPr id="30" name="Fußzeilenplatzhalter 48">
            <a:extLst>
              <a:ext uri="{FF2B5EF4-FFF2-40B4-BE49-F238E27FC236}">
                <a16:creationId xmlns:a16="http://schemas.microsoft.com/office/drawing/2014/main" id="{C3A60701-5BF5-40AE-875F-F717E6320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758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F37F84-33DB-4DC8-B30E-5B832DBD0E90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48887" y="1441450"/>
            <a:ext cx="11614525" cy="49117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Hauptebene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A594E1A-1138-4A1D-AEAC-5EFD6C75A39F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23" name="Foliennummernplatzhalter 5">
            <a:extLst>
              <a:ext uri="{FF2B5EF4-FFF2-40B4-BE49-F238E27FC236}">
                <a16:creationId xmlns:a16="http://schemas.microsoft.com/office/drawing/2014/main" id="{55D4FACE-539D-43D2-9132-F749B298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AE9B590-36F2-4D8F-BAB1-0397E2DEFD96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26" name="Fußzeilenplatzhalter 48">
            <a:extLst>
              <a:ext uri="{FF2B5EF4-FFF2-40B4-BE49-F238E27FC236}">
                <a16:creationId xmlns:a16="http://schemas.microsoft.com/office/drawing/2014/main" id="{3BA3E916-15B9-410F-A775-348B74994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Datumsplatzhalter 14">
            <a:extLst>
              <a:ext uri="{FF2B5EF4-FFF2-40B4-BE49-F238E27FC236}">
                <a16:creationId xmlns:a16="http://schemas.microsoft.com/office/drawing/2014/main" id="{3A2ED8E5-88F1-455F-BDC2-597B2F5D0898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3C5178B9-259B-4A11-BAFC-D7EA1BDCBA64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92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Standard (Le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0B8BC919-5480-469B-A8FD-34DCAFC2CD2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0" name="Fußzeilenplatzhalter 48">
            <a:extLst>
              <a:ext uri="{FF2B5EF4-FFF2-40B4-BE49-F238E27FC236}">
                <a16:creationId xmlns:a16="http://schemas.microsoft.com/office/drawing/2014/main" id="{61D4F697-CA10-44A7-A841-D470BA2E9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Datumsplatzhalter 14">
            <a:extLst>
              <a:ext uri="{FF2B5EF4-FFF2-40B4-BE49-F238E27FC236}">
                <a16:creationId xmlns:a16="http://schemas.microsoft.com/office/drawing/2014/main" id="{78B5D835-A41E-4F82-825B-40EE381B62AC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5FDB0C1E-8D39-45CF-A1B1-755240263037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762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FD2DBEA-74B5-4539-AE9E-AB1A3F5B8070}"/>
              </a:ext>
            </a:extLst>
          </p:cNvPr>
          <p:cNvGrpSpPr/>
          <p:nvPr userDrawn="1"/>
        </p:nvGrpSpPr>
        <p:grpSpPr>
          <a:xfrm>
            <a:off x="500245" y="1627742"/>
            <a:ext cx="11191503" cy="2196064"/>
            <a:chOff x="334736" y="1154359"/>
            <a:chExt cx="9237542" cy="1812645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9C0BB330-5D68-4108-B180-C27EA2745A0F}"/>
                </a:ext>
              </a:extLst>
            </p:cNvPr>
            <p:cNvGrpSpPr/>
            <p:nvPr/>
          </p:nvGrpSpPr>
          <p:grpSpPr>
            <a:xfrm>
              <a:off x="334736" y="1154359"/>
              <a:ext cx="2926264" cy="1812645"/>
              <a:chOff x="334736" y="1525235"/>
              <a:chExt cx="3451161" cy="2137788"/>
            </a:xfrm>
          </p:grpSpPr>
          <p:sp>
            <p:nvSpPr>
              <p:cNvPr id="23" name="Rectangle 9">
                <a:extLst>
                  <a:ext uri="{FF2B5EF4-FFF2-40B4-BE49-F238E27FC236}">
                    <a16:creationId xmlns:a16="http://schemas.microsoft.com/office/drawing/2014/main" id="{B9B2A8C0-EF1E-4DE2-B30F-60838B4A900A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4" name="Rectangle 34">
                <a:extLst>
                  <a:ext uri="{FF2B5EF4-FFF2-40B4-BE49-F238E27FC236}">
                    <a16:creationId xmlns:a16="http://schemas.microsoft.com/office/drawing/2014/main" id="{EC4CF1AE-F38C-4B0A-95C3-6E6E50178C51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1A3D9C0A-9798-457F-A5C7-21DDC5264A05}"/>
                </a:ext>
              </a:extLst>
            </p:cNvPr>
            <p:cNvGrpSpPr/>
            <p:nvPr/>
          </p:nvGrpSpPr>
          <p:grpSpPr>
            <a:xfrm>
              <a:off x="3490375" y="1154359"/>
              <a:ext cx="2926264" cy="1812645"/>
              <a:chOff x="334736" y="1525235"/>
              <a:chExt cx="3451161" cy="2137788"/>
            </a:xfrm>
          </p:grpSpPr>
          <p:sp>
            <p:nvSpPr>
              <p:cNvPr id="21" name="Rectangle 9">
                <a:extLst>
                  <a:ext uri="{FF2B5EF4-FFF2-40B4-BE49-F238E27FC236}">
                    <a16:creationId xmlns:a16="http://schemas.microsoft.com/office/drawing/2014/main" id="{52EB2D45-3AED-4244-9AF9-DCC631A4198F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2" name="Rectangle 34">
                <a:extLst>
                  <a:ext uri="{FF2B5EF4-FFF2-40B4-BE49-F238E27FC236}">
                    <a16:creationId xmlns:a16="http://schemas.microsoft.com/office/drawing/2014/main" id="{DBDA5816-38EB-447F-882F-42AD3D59AB91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BE4B7962-5860-4C48-9D63-0F573C9B01B7}"/>
                </a:ext>
              </a:extLst>
            </p:cNvPr>
            <p:cNvGrpSpPr/>
            <p:nvPr/>
          </p:nvGrpSpPr>
          <p:grpSpPr>
            <a:xfrm>
              <a:off x="6646014" y="1154359"/>
              <a:ext cx="2926264" cy="1812645"/>
              <a:chOff x="334736" y="1525235"/>
              <a:chExt cx="3451161" cy="2137788"/>
            </a:xfrm>
          </p:grpSpPr>
          <p:sp>
            <p:nvSpPr>
              <p:cNvPr id="19" name="Rectangle 9">
                <a:extLst>
                  <a:ext uri="{FF2B5EF4-FFF2-40B4-BE49-F238E27FC236}">
                    <a16:creationId xmlns:a16="http://schemas.microsoft.com/office/drawing/2014/main" id="{9FDFD4DF-F192-4DA5-82E8-E12964CD7714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0" name="Rectangle 34">
                <a:extLst>
                  <a:ext uri="{FF2B5EF4-FFF2-40B4-BE49-F238E27FC236}">
                    <a16:creationId xmlns:a16="http://schemas.microsoft.com/office/drawing/2014/main" id="{F6796459-088E-4DC3-84C5-57B27A97443A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A25B14D6-DED4-47A3-BDBA-B3DEE25373EE}"/>
              </a:ext>
            </a:extLst>
          </p:cNvPr>
          <p:cNvGrpSpPr/>
          <p:nvPr userDrawn="1"/>
        </p:nvGrpSpPr>
        <p:grpSpPr>
          <a:xfrm>
            <a:off x="500246" y="4060306"/>
            <a:ext cx="11191503" cy="2196064"/>
            <a:chOff x="334736" y="1154359"/>
            <a:chExt cx="9237542" cy="1812645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6D41D5F7-C567-426B-A414-257529F75C6A}"/>
                </a:ext>
              </a:extLst>
            </p:cNvPr>
            <p:cNvGrpSpPr/>
            <p:nvPr/>
          </p:nvGrpSpPr>
          <p:grpSpPr>
            <a:xfrm>
              <a:off x="334736" y="1154359"/>
              <a:ext cx="2926264" cy="1812645"/>
              <a:chOff x="334736" y="1525235"/>
              <a:chExt cx="3451161" cy="2137788"/>
            </a:xfrm>
          </p:grpSpPr>
          <p:sp>
            <p:nvSpPr>
              <p:cNvPr id="43" name="Rectangle 9">
                <a:extLst>
                  <a:ext uri="{FF2B5EF4-FFF2-40B4-BE49-F238E27FC236}">
                    <a16:creationId xmlns:a16="http://schemas.microsoft.com/office/drawing/2014/main" id="{0826DF49-2D1F-4023-B06A-F500A09757D8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398">
                  <a:latin typeface="Open Sans" panose="020B0606030504020204" pitchFamily="34" charset="0"/>
                </a:endParaRPr>
              </a:p>
            </p:txBody>
          </p:sp>
          <p:sp>
            <p:nvSpPr>
              <p:cNvPr id="44" name="Rectangle 34">
                <a:extLst>
                  <a:ext uri="{FF2B5EF4-FFF2-40B4-BE49-F238E27FC236}">
                    <a16:creationId xmlns:a16="http://schemas.microsoft.com/office/drawing/2014/main" id="{B96B7BB8-6199-4615-99D8-AD04DE6FBDA0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398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70878DF8-74EF-466A-B97C-C0B685F49802}"/>
                </a:ext>
              </a:extLst>
            </p:cNvPr>
            <p:cNvGrpSpPr/>
            <p:nvPr/>
          </p:nvGrpSpPr>
          <p:grpSpPr>
            <a:xfrm>
              <a:off x="3490375" y="1154359"/>
              <a:ext cx="2926264" cy="1812645"/>
              <a:chOff x="334736" y="1525235"/>
              <a:chExt cx="3451161" cy="2137788"/>
            </a:xfrm>
          </p:grpSpPr>
          <p:sp>
            <p:nvSpPr>
              <p:cNvPr id="41" name="Rectangle 9">
                <a:extLst>
                  <a:ext uri="{FF2B5EF4-FFF2-40B4-BE49-F238E27FC236}">
                    <a16:creationId xmlns:a16="http://schemas.microsoft.com/office/drawing/2014/main" id="{6080EED3-93AC-4F41-88D5-EE1BB47C2A89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398">
                  <a:latin typeface="Open Sans" panose="020B0606030504020204" pitchFamily="34" charset="0"/>
                </a:endParaRPr>
              </a:p>
            </p:txBody>
          </p:sp>
          <p:sp>
            <p:nvSpPr>
              <p:cNvPr id="42" name="Rectangle 34">
                <a:extLst>
                  <a:ext uri="{FF2B5EF4-FFF2-40B4-BE49-F238E27FC236}">
                    <a16:creationId xmlns:a16="http://schemas.microsoft.com/office/drawing/2014/main" id="{F1579859-825E-47A4-AF2D-1314A1A9424B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398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43FFF0C5-064C-4467-8C58-79E306E0B92B}"/>
                </a:ext>
              </a:extLst>
            </p:cNvPr>
            <p:cNvGrpSpPr/>
            <p:nvPr/>
          </p:nvGrpSpPr>
          <p:grpSpPr>
            <a:xfrm>
              <a:off x="6646014" y="1154359"/>
              <a:ext cx="2926264" cy="1812645"/>
              <a:chOff x="334736" y="1525235"/>
              <a:chExt cx="3451161" cy="2137788"/>
            </a:xfrm>
          </p:grpSpPr>
          <p:sp>
            <p:nvSpPr>
              <p:cNvPr id="39" name="Rectangle 9">
                <a:extLst>
                  <a:ext uri="{FF2B5EF4-FFF2-40B4-BE49-F238E27FC236}">
                    <a16:creationId xmlns:a16="http://schemas.microsoft.com/office/drawing/2014/main" id="{D5764D24-9A32-4B6C-AE41-F3D2103CC8F4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398">
                  <a:latin typeface="Open Sans" panose="020B0606030504020204" pitchFamily="34" charset="0"/>
                </a:endParaRP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A9DC6C5E-BE5F-463F-8AB1-514C9E2D91E0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398"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2A6D2A9-E811-4F63-9AFF-7B19832AD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24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1378755B-B634-4098-B705-1ECACC6118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07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7" name="Textplatzhalter 7">
            <a:extLst>
              <a:ext uri="{FF2B5EF4-FFF2-40B4-BE49-F238E27FC236}">
                <a16:creationId xmlns:a16="http://schemas.microsoft.com/office/drawing/2014/main" id="{E297DA4C-54CA-4F2B-A830-6EC0F4DF45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209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8" name="Textplatzhalter 7">
            <a:extLst>
              <a:ext uri="{FF2B5EF4-FFF2-40B4-BE49-F238E27FC236}">
                <a16:creationId xmlns:a16="http://schemas.microsoft.com/office/drawing/2014/main" id="{ECE2A416-CB20-427F-9E8E-EAEE03D70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09040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9" name="Textplatzhalter 7">
            <a:extLst>
              <a:ext uri="{FF2B5EF4-FFF2-40B4-BE49-F238E27FC236}">
                <a16:creationId xmlns:a16="http://schemas.microsoft.com/office/drawing/2014/main" id="{2AB608DC-9309-4F9E-BF42-FEA02CA9F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6801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5DD36211-91D2-4D6E-9611-1CF861F7DC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84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1" name="Textplatzhalter 7">
            <a:extLst>
              <a:ext uri="{FF2B5EF4-FFF2-40B4-BE49-F238E27FC236}">
                <a16:creationId xmlns:a16="http://schemas.microsoft.com/office/drawing/2014/main" id="{88C982B2-88A0-480C-A9B8-8FF8862E72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245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2" name="Textplatzhalter 7">
            <a:extLst>
              <a:ext uri="{FF2B5EF4-FFF2-40B4-BE49-F238E27FC236}">
                <a16:creationId xmlns:a16="http://schemas.microsoft.com/office/drawing/2014/main" id="{FAE503B6-6CD2-4218-8696-467DF963E3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3076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3" name="Textplatzhalter 7">
            <a:extLst>
              <a:ext uri="{FF2B5EF4-FFF2-40B4-BE49-F238E27FC236}">
                <a16:creationId xmlns:a16="http://schemas.microsoft.com/office/drawing/2014/main" id="{3252864E-674A-4DB4-983B-0BD298FC74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6209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4" name="Textplatzhalter 7">
            <a:extLst>
              <a:ext uri="{FF2B5EF4-FFF2-40B4-BE49-F238E27FC236}">
                <a16:creationId xmlns:a16="http://schemas.microsoft.com/office/drawing/2014/main" id="{0B13DF74-D762-477C-8FAF-955B0005F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9040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5" name="Textplatzhalter 7">
            <a:extLst>
              <a:ext uri="{FF2B5EF4-FFF2-40B4-BE49-F238E27FC236}">
                <a16:creationId xmlns:a16="http://schemas.microsoft.com/office/drawing/2014/main" id="{1DA77289-3578-4244-9594-4ABBE4ABF7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68015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6" name="Textplatzhalter 7">
            <a:extLst>
              <a:ext uri="{FF2B5EF4-FFF2-40B4-BE49-F238E27FC236}">
                <a16:creationId xmlns:a16="http://schemas.microsoft.com/office/drawing/2014/main" id="{263F2DF8-A1CC-44ED-AF66-67129C7716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0846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5" name="Textplatzhalter 10">
            <a:extLst>
              <a:ext uri="{FF2B5EF4-FFF2-40B4-BE49-F238E27FC236}">
                <a16:creationId xmlns:a16="http://schemas.microsoft.com/office/drawing/2014/main" id="{55E657A3-4002-4194-8CB8-F922B146284C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57" name="Fußzeilenplatzhalter 48">
            <a:extLst>
              <a:ext uri="{FF2B5EF4-FFF2-40B4-BE49-F238E27FC236}">
                <a16:creationId xmlns:a16="http://schemas.microsoft.com/office/drawing/2014/main" id="{90EB52B7-D02B-4DAC-B614-183FC82FE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Datumsplatzhalter 14">
            <a:extLst>
              <a:ext uri="{FF2B5EF4-FFF2-40B4-BE49-F238E27FC236}">
                <a16:creationId xmlns:a16="http://schemas.microsoft.com/office/drawing/2014/main" id="{14771D30-02E2-4F37-8FDE-25E3F804B7E6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D32B9811-0706-48BA-9EDA-7AB6303CF573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286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1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FD2DBEA-74B5-4539-AE9E-AB1A3F5B8070}"/>
              </a:ext>
            </a:extLst>
          </p:cNvPr>
          <p:cNvGrpSpPr/>
          <p:nvPr userDrawn="1"/>
        </p:nvGrpSpPr>
        <p:grpSpPr>
          <a:xfrm>
            <a:off x="500245" y="1627742"/>
            <a:ext cx="11191503" cy="2196064"/>
            <a:chOff x="334736" y="1154359"/>
            <a:chExt cx="9237542" cy="1812645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9C0BB330-5D68-4108-B180-C27EA2745A0F}"/>
                </a:ext>
              </a:extLst>
            </p:cNvPr>
            <p:cNvGrpSpPr/>
            <p:nvPr/>
          </p:nvGrpSpPr>
          <p:grpSpPr>
            <a:xfrm>
              <a:off x="334736" y="1154359"/>
              <a:ext cx="2926264" cy="1812645"/>
              <a:chOff x="334736" y="1525235"/>
              <a:chExt cx="3451161" cy="2137788"/>
            </a:xfrm>
          </p:grpSpPr>
          <p:sp>
            <p:nvSpPr>
              <p:cNvPr id="23" name="Rectangle 9">
                <a:extLst>
                  <a:ext uri="{FF2B5EF4-FFF2-40B4-BE49-F238E27FC236}">
                    <a16:creationId xmlns:a16="http://schemas.microsoft.com/office/drawing/2014/main" id="{B9B2A8C0-EF1E-4DE2-B30F-60838B4A900A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4" name="Rectangle 34">
                <a:extLst>
                  <a:ext uri="{FF2B5EF4-FFF2-40B4-BE49-F238E27FC236}">
                    <a16:creationId xmlns:a16="http://schemas.microsoft.com/office/drawing/2014/main" id="{EC4CF1AE-F38C-4B0A-95C3-6E6E50178C51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1A3D9C0A-9798-457F-A5C7-21DDC5264A05}"/>
                </a:ext>
              </a:extLst>
            </p:cNvPr>
            <p:cNvGrpSpPr/>
            <p:nvPr/>
          </p:nvGrpSpPr>
          <p:grpSpPr>
            <a:xfrm>
              <a:off x="3490375" y="1154359"/>
              <a:ext cx="2926264" cy="1812645"/>
              <a:chOff x="334736" y="1525235"/>
              <a:chExt cx="3451161" cy="2137788"/>
            </a:xfrm>
          </p:grpSpPr>
          <p:sp>
            <p:nvSpPr>
              <p:cNvPr id="21" name="Rectangle 9">
                <a:extLst>
                  <a:ext uri="{FF2B5EF4-FFF2-40B4-BE49-F238E27FC236}">
                    <a16:creationId xmlns:a16="http://schemas.microsoft.com/office/drawing/2014/main" id="{52EB2D45-3AED-4244-9AF9-DCC631A4198F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2" name="Rectangle 34">
                <a:extLst>
                  <a:ext uri="{FF2B5EF4-FFF2-40B4-BE49-F238E27FC236}">
                    <a16:creationId xmlns:a16="http://schemas.microsoft.com/office/drawing/2014/main" id="{DBDA5816-38EB-447F-882F-42AD3D59AB91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BE4B7962-5860-4C48-9D63-0F573C9B01B7}"/>
                </a:ext>
              </a:extLst>
            </p:cNvPr>
            <p:cNvGrpSpPr/>
            <p:nvPr/>
          </p:nvGrpSpPr>
          <p:grpSpPr>
            <a:xfrm>
              <a:off x="6646014" y="1154359"/>
              <a:ext cx="2926264" cy="1812645"/>
              <a:chOff x="334736" y="1525235"/>
              <a:chExt cx="3451161" cy="2137788"/>
            </a:xfrm>
          </p:grpSpPr>
          <p:sp>
            <p:nvSpPr>
              <p:cNvPr id="19" name="Rectangle 9">
                <a:extLst>
                  <a:ext uri="{FF2B5EF4-FFF2-40B4-BE49-F238E27FC236}">
                    <a16:creationId xmlns:a16="http://schemas.microsoft.com/office/drawing/2014/main" id="{9FDFD4DF-F192-4DA5-82E8-E12964CD7714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0" name="Rectangle 34">
                <a:extLst>
                  <a:ext uri="{FF2B5EF4-FFF2-40B4-BE49-F238E27FC236}">
                    <a16:creationId xmlns:a16="http://schemas.microsoft.com/office/drawing/2014/main" id="{F6796459-088E-4DC3-84C5-57B27A97443A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6D41D5F7-C567-426B-A414-257529F75C6A}"/>
              </a:ext>
            </a:extLst>
          </p:cNvPr>
          <p:cNvGrpSpPr/>
          <p:nvPr/>
        </p:nvGrpSpPr>
        <p:grpSpPr>
          <a:xfrm>
            <a:off x="500246" y="4060306"/>
            <a:ext cx="3545239" cy="2196064"/>
            <a:chOff x="334736" y="1525235"/>
            <a:chExt cx="3451161" cy="2137788"/>
          </a:xfrm>
        </p:grpSpPr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0826DF49-2D1F-4023-B06A-F500A09757D8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latin typeface="Open Sans" panose="020B0606030504020204" pitchFamily="34" charset="0"/>
              </a:endParaRPr>
            </a:p>
          </p:txBody>
        </p:sp>
        <p:sp>
          <p:nvSpPr>
            <p:cNvPr id="44" name="Rectangle 34">
              <a:extLst>
                <a:ext uri="{FF2B5EF4-FFF2-40B4-BE49-F238E27FC236}">
                  <a16:creationId xmlns:a16="http://schemas.microsoft.com/office/drawing/2014/main" id="{B96B7BB8-6199-4615-99D8-AD04DE6FBDA0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70878DF8-74EF-466A-B97C-C0B685F49802}"/>
              </a:ext>
            </a:extLst>
          </p:cNvPr>
          <p:cNvGrpSpPr/>
          <p:nvPr/>
        </p:nvGrpSpPr>
        <p:grpSpPr>
          <a:xfrm>
            <a:off x="4323378" y="4060306"/>
            <a:ext cx="3545239" cy="2196064"/>
            <a:chOff x="334736" y="1525235"/>
            <a:chExt cx="3451161" cy="2137788"/>
          </a:xfrm>
        </p:grpSpPr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6080EED3-93AC-4F41-88D5-EE1BB47C2A89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latin typeface="Open Sans" panose="020B0606030504020204" pitchFamily="34" charset="0"/>
              </a:endParaRP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F1579859-825E-47A4-AF2D-1314A1A9424B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latin typeface="Open Sans" panose="020B0606030504020204" pitchFamily="34" charset="0"/>
              </a:endParaRPr>
            </a:p>
          </p:txBody>
        </p:sp>
      </p:grp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2A6D2A9-E811-4F63-9AFF-7B19832AD2CE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0024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1378755B-B634-4098-B705-1ECACC6118B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9307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7" name="Textplatzhalter 7">
            <a:extLst>
              <a:ext uri="{FF2B5EF4-FFF2-40B4-BE49-F238E27FC236}">
                <a16:creationId xmlns:a16="http://schemas.microsoft.com/office/drawing/2014/main" id="{E297DA4C-54CA-4F2B-A830-6EC0F4DF45CA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316209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8" name="Textplatzhalter 7">
            <a:extLst>
              <a:ext uri="{FF2B5EF4-FFF2-40B4-BE49-F238E27FC236}">
                <a16:creationId xmlns:a16="http://schemas.microsoft.com/office/drawing/2014/main" id="{ECE2A416-CB20-427F-9E8E-EAEE03D70034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09040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9" name="Textplatzhalter 7">
            <a:extLst>
              <a:ext uri="{FF2B5EF4-FFF2-40B4-BE49-F238E27FC236}">
                <a16:creationId xmlns:a16="http://schemas.microsoft.com/office/drawing/2014/main" id="{2AB608DC-9309-4F9E-BF42-FEA02CA9F81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816801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5DD36211-91D2-4D6E-9611-1CF861F7DCF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16084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1" name="Textplatzhalter 7">
            <a:extLst>
              <a:ext uri="{FF2B5EF4-FFF2-40B4-BE49-F238E27FC236}">
                <a16:creationId xmlns:a16="http://schemas.microsoft.com/office/drawing/2014/main" id="{88C982B2-88A0-480C-A9B8-8FF8862E727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00245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2" name="Textplatzhalter 7">
            <a:extLst>
              <a:ext uri="{FF2B5EF4-FFF2-40B4-BE49-F238E27FC236}">
                <a16:creationId xmlns:a16="http://schemas.microsoft.com/office/drawing/2014/main" id="{FAE503B6-6CD2-4218-8696-467DF963E305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93076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3" name="Textplatzhalter 7">
            <a:extLst>
              <a:ext uri="{FF2B5EF4-FFF2-40B4-BE49-F238E27FC236}">
                <a16:creationId xmlns:a16="http://schemas.microsoft.com/office/drawing/2014/main" id="{3252864E-674A-4DB4-983B-0BD298FC74E8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316209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4" name="Textplatzhalter 7">
            <a:extLst>
              <a:ext uri="{FF2B5EF4-FFF2-40B4-BE49-F238E27FC236}">
                <a16:creationId xmlns:a16="http://schemas.microsoft.com/office/drawing/2014/main" id="{0B13DF74-D762-477C-8FAF-955B0005F3F7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309040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5" name="Textplatzhalter 10">
            <a:extLst>
              <a:ext uri="{FF2B5EF4-FFF2-40B4-BE49-F238E27FC236}">
                <a16:creationId xmlns:a16="http://schemas.microsoft.com/office/drawing/2014/main" id="{55E657A3-4002-4194-8CB8-F922B146284C}"/>
              </a:ext>
            </a:extLst>
          </p:cNvPr>
          <p:cNvSpPr>
            <a:spLocks noGrp="1" noChangeAspect="1"/>
          </p:cNvSpPr>
          <p:nvPr userDrawn="1"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57" name="Fußzeilenplatzhalter 48">
            <a:extLst>
              <a:ext uri="{FF2B5EF4-FFF2-40B4-BE49-F238E27FC236}">
                <a16:creationId xmlns:a16="http://schemas.microsoft.com/office/drawing/2014/main" id="{90EB52B7-D02B-4DAC-B614-183FC82FE5A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Datumsplatzhalter 14">
            <a:extLst>
              <a:ext uri="{FF2B5EF4-FFF2-40B4-BE49-F238E27FC236}">
                <a16:creationId xmlns:a16="http://schemas.microsoft.com/office/drawing/2014/main" id="{937A4095-5FA9-427A-806E-C265B9661B7A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50AF0133-4D44-4259-A7D2-19426AB70072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9626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1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C0BB330-5D68-4108-B180-C27EA2745A0F}"/>
              </a:ext>
            </a:extLst>
          </p:cNvPr>
          <p:cNvGrpSpPr/>
          <p:nvPr/>
        </p:nvGrpSpPr>
        <p:grpSpPr>
          <a:xfrm>
            <a:off x="500245" y="1627742"/>
            <a:ext cx="3545239" cy="2196064"/>
            <a:chOff x="334736" y="1525235"/>
            <a:chExt cx="3451161" cy="2137788"/>
          </a:xfrm>
        </p:grpSpPr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B9B2A8C0-EF1E-4DE2-B30F-60838B4A900A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000">
                <a:latin typeface="Open Sans" panose="020B0606030504020204" pitchFamily="34" charset="0"/>
              </a:endParaRP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EC4CF1AE-F38C-4B0A-95C3-6E6E50178C51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00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1A3D9C0A-9798-457F-A5C7-21DDC5264A05}"/>
              </a:ext>
            </a:extLst>
          </p:cNvPr>
          <p:cNvGrpSpPr/>
          <p:nvPr/>
        </p:nvGrpSpPr>
        <p:grpSpPr>
          <a:xfrm>
            <a:off x="4323377" y="1627742"/>
            <a:ext cx="3545239" cy="2196064"/>
            <a:chOff x="334736" y="1525235"/>
            <a:chExt cx="3451161" cy="2137788"/>
          </a:xfrm>
        </p:grpSpPr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52EB2D45-3AED-4244-9AF9-DCC631A4198F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000">
                <a:latin typeface="Open Sans" panose="020B0606030504020204" pitchFamily="34" charset="0"/>
              </a:endParaRPr>
            </a:p>
          </p:txBody>
        </p:sp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DBDA5816-38EB-447F-882F-42AD3D59AB91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000">
                <a:latin typeface="Open Sans" panose="020B0606030504020204" pitchFamily="34" charset="0"/>
              </a:endParaRP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6D41D5F7-C567-426B-A414-257529F75C6A}"/>
              </a:ext>
            </a:extLst>
          </p:cNvPr>
          <p:cNvGrpSpPr/>
          <p:nvPr/>
        </p:nvGrpSpPr>
        <p:grpSpPr>
          <a:xfrm>
            <a:off x="500246" y="4060306"/>
            <a:ext cx="3545239" cy="2196064"/>
            <a:chOff x="334736" y="1525235"/>
            <a:chExt cx="3451161" cy="2137788"/>
          </a:xfrm>
        </p:grpSpPr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0826DF49-2D1F-4023-B06A-F500A09757D8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latin typeface="Open Sans" panose="020B0606030504020204" pitchFamily="34" charset="0"/>
              </a:endParaRPr>
            </a:p>
          </p:txBody>
        </p:sp>
        <p:sp>
          <p:nvSpPr>
            <p:cNvPr id="44" name="Rectangle 34">
              <a:extLst>
                <a:ext uri="{FF2B5EF4-FFF2-40B4-BE49-F238E27FC236}">
                  <a16:creationId xmlns:a16="http://schemas.microsoft.com/office/drawing/2014/main" id="{B96B7BB8-6199-4615-99D8-AD04DE6FBDA0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70878DF8-74EF-466A-B97C-C0B685F49802}"/>
              </a:ext>
            </a:extLst>
          </p:cNvPr>
          <p:cNvGrpSpPr/>
          <p:nvPr/>
        </p:nvGrpSpPr>
        <p:grpSpPr>
          <a:xfrm>
            <a:off x="4323378" y="4060306"/>
            <a:ext cx="3545239" cy="2196064"/>
            <a:chOff x="334736" y="1525235"/>
            <a:chExt cx="3451161" cy="2137788"/>
          </a:xfrm>
        </p:grpSpPr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6080EED3-93AC-4F41-88D5-EE1BB47C2A89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latin typeface="Open Sans" panose="020B0606030504020204" pitchFamily="34" charset="0"/>
              </a:endParaRP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F1579859-825E-47A4-AF2D-1314A1A9424B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latin typeface="Open Sans" panose="020B0606030504020204" pitchFamily="34" charset="0"/>
              </a:endParaRPr>
            </a:p>
          </p:txBody>
        </p:sp>
      </p:grp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2A6D2A9-E811-4F63-9AFF-7B19832AD2CE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0024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1378755B-B634-4098-B705-1ECACC6118B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9307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7" name="Textplatzhalter 7">
            <a:extLst>
              <a:ext uri="{FF2B5EF4-FFF2-40B4-BE49-F238E27FC236}">
                <a16:creationId xmlns:a16="http://schemas.microsoft.com/office/drawing/2014/main" id="{E297DA4C-54CA-4F2B-A830-6EC0F4DF45CA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316209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8" name="Textplatzhalter 7">
            <a:extLst>
              <a:ext uri="{FF2B5EF4-FFF2-40B4-BE49-F238E27FC236}">
                <a16:creationId xmlns:a16="http://schemas.microsoft.com/office/drawing/2014/main" id="{ECE2A416-CB20-427F-9E8E-EAEE03D70034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09040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1" name="Textplatzhalter 7">
            <a:extLst>
              <a:ext uri="{FF2B5EF4-FFF2-40B4-BE49-F238E27FC236}">
                <a16:creationId xmlns:a16="http://schemas.microsoft.com/office/drawing/2014/main" id="{88C982B2-88A0-480C-A9B8-8FF8862E727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00245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2" name="Textplatzhalter 7">
            <a:extLst>
              <a:ext uri="{FF2B5EF4-FFF2-40B4-BE49-F238E27FC236}">
                <a16:creationId xmlns:a16="http://schemas.microsoft.com/office/drawing/2014/main" id="{FAE503B6-6CD2-4218-8696-467DF963E305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93076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3" name="Textplatzhalter 7">
            <a:extLst>
              <a:ext uri="{FF2B5EF4-FFF2-40B4-BE49-F238E27FC236}">
                <a16:creationId xmlns:a16="http://schemas.microsoft.com/office/drawing/2014/main" id="{3252864E-674A-4DB4-983B-0BD298FC74E8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316209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4" name="Textplatzhalter 7">
            <a:extLst>
              <a:ext uri="{FF2B5EF4-FFF2-40B4-BE49-F238E27FC236}">
                <a16:creationId xmlns:a16="http://schemas.microsoft.com/office/drawing/2014/main" id="{0B13DF74-D762-477C-8FAF-955B0005F3F7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309040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5" name="Textplatzhalter 10">
            <a:extLst>
              <a:ext uri="{FF2B5EF4-FFF2-40B4-BE49-F238E27FC236}">
                <a16:creationId xmlns:a16="http://schemas.microsoft.com/office/drawing/2014/main" id="{55E657A3-4002-4194-8CB8-F922B146284C}"/>
              </a:ext>
            </a:extLst>
          </p:cNvPr>
          <p:cNvSpPr>
            <a:spLocks noGrp="1" noChangeAspect="1"/>
          </p:cNvSpPr>
          <p:nvPr userDrawn="1"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57" name="Fußzeilenplatzhalter 48">
            <a:extLst>
              <a:ext uri="{FF2B5EF4-FFF2-40B4-BE49-F238E27FC236}">
                <a16:creationId xmlns:a16="http://schemas.microsoft.com/office/drawing/2014/main" id="{90EB52B7-D02B-4DAC-B614-183FC82FE5A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8" name="Datumsplatzhalter 14">
            <a:extLst>
              <a:ext uri="{FF2B5EF4-FFF2-40B4-BE49-F238E27FC236}">
                <a16:creationId xmlns:a16="http://schemas.microsoft.com/office/drawing/2014/main" id="{371E3DFE-E2D2-44BB-BA17-88A324BFEFD8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BA6C823C-444B-498F-941B-F264336C035A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7407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1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FD2DBEA-74B5-4539-AE9E-AB1A3F5B8070}"/>
              </a:ext>
            </a:extLst>
          </p:cNvPr>
          <p:cNvGrpSpPr/>
          <p:nvPr userDrawn="1"/>
        </p:nvGrpSpPr>
        <p:grpSpPr>
          <a:xfrm>
            <a:off x="500245" y="1627742"/>
            <a:ext cx="11191503" cy="2196064"/>
            <a:chOff x="334736" y="1154359"/>
            <a:chExt cx="9237542" cy="1812645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9C0BB330-5D68-4108-B180-C27EA2745A0F}"/>
                </a:ext>
              </a:extLst>
            </p:cNvPr>
            <p:cNvGrpSpPr/>
            <p:nvPr/>
          </p:nvGrpSpPr>
          <p:grpSpPr>
            <a:xfrm>
              <a:off x="334736" y="1154359"/>
              <a:ext cx="2926264" cy="1812645"/>
              <a:chOff x="334736" y="1525235"/>
              <a:chExt cx="3451161" cy="2137788"/>
            </a:xfrm>
          </p:grpSpPr>
          <p:sp>
            <p:nvSpPr>
              <p:cNvPr id="23" name="Rectangle 9">
                <a:extLst>
                  <a:ext uri="{FF2B5EF4-FFF2-40B4-BE49-F238E27FC236}">
                    <a16:creationId xmlns:a16="http://schemas.microsoft.com/office/drawing/2014/main" id="{B9B2A8C0-EF1E-4DE2-B30F-60838B4A900A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4" name="Rectangle 34">
                <a:extLst>
                  <a:ext uri="{FF2B5EF4-FFF2-40B4-BE49-F238E27FC236}">
                    <a16:creationId xmlns:a16="http://schemas.microsoft.com/office/drawing/2014/main" id="{EC4CF1AE-F38C-4B0A-95C3-6E6E50178C51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solidFill>
                    <a:schemeClr val="bg1"/>
                  </a:solidFill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1A3D9C0A-9798-457F-A5C7-21DDC5264A05}"/>
                </a:ext>
              </a:extLst>
            </p:cNvPr>
            <p:cNvGrpSpPr/>
            <p:nvPr/>
          </p:nvGrpSpPr>
          <p:grpSpPr>
            <a:xfrm>
              <a:off x="3490375" y="1154359"/>
              <a:ext cx="2926264" cy="1812645"/>
              <a:chOff x="334736" y="1525235"/>
              <a:chExt cx="3451161" cy="2137788"/>
            </a:xfrm>
          </p:grpSpPr>
          <p:sp>
            <p:nvSpPr>
              <p:cNvPr id="21" name="Rectangle 9">
                <a:extLst>
                  <a:ext uri="{FF2B5EF4-FFF2-40B4-BE49-F238E27FC236}">
                    <a16:creationId xmlns:a16="http://schemas.microsoft.com/office/drawing/2014/main" id="{52EB2D45-3AED-4244-9AF9-DCC631A4198F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2" name="Rectangle 34">
                <a:extLst>
                  <a:ext uri="{FF2B5EF4-FFF2-40B4-BE49-F238E27FC236}">
                    <a16:creationId xmlns:a16="http://schemas.microsoft.com/office/drawing/2014/main" id="{DBDA5816-38EB-447F-882F-42AD3D59AB91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BE4B7962-5860-4C48-9D63-0F573C9B01B7}"/>
                </a:ext>
              </a:extLst>
            </p:cNvPr>
            <p:cNvGrpSpPr/>
            <p:nvPr/>
          </p:nvGrpSpPr>
          <p:grpSpPr>
            <a:xfrm>
              <a:off x="6646014" y="1154359"/>
              <a:ext cx="2926264" cy="1812645"/>
              <a:chOff x="334736" y="1525235"/>
              <a:chExt cx="3451161" cy="2137788"/>
            </a:xfrm>
          </p:grpSpPr>
          <p:sp>
            <p:nvSpPr>
              <p:cNvPr id="19" name="Rectangle 9">
                <a:extLst>
                  <a:ext uri="{FF2B5EF4-FFF2-40B4-BE49-F238E27FC236}">
                    <a16:creationId xmlns:a16="http://schemas.microsoft.com/office/drawing/2014/main" id="{9FDFD4DF-F192-4DA5-82E8-E12964CD7714}"/>
                  </a:ext>
                </a:extLst>
              </p:cNvPr>
              <p:cNvSpPr/>
              <p:nvPr/>
            </p:nvSpPr>
            <p:spPr>
              <a:xfrm>
                <a:off x="334736" y="1525235"/>
                <a:ext cx="3437204" cy="2137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06500" dist="38100" dir="2700000" algn="ctr" rotWithShape="0">
                  <a:schemeClr val="bg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  <p:sp>
            <p:nvSpPr>
              <p:cNvPr id="20" name="Rectangle 34">
                <a:extLst>
                  <a:ext uri="{FF2B5EF4-FFF2-40B4-BE49-F238E27FC236}">
                    <a16:creationId xmlns:a16="http://schemas.microsoft.com/office/drawing/2014/main" id="{F6796459-088E-4DC3-84C5-57B27A97443A}"/>
                  </a:ext>
                </a:extLst>
              </p:cNvPr>
              <p:cNvSpPr/>
              <p:nvPr/>
            </p:nvSpPr>
            <p:spPr>
              <a:xfrm>
                <a:off x="348693" y="3593269"/>
                <a:ext cx="3437204" cy="69754"/>
              </a:xfrm>
              <a:prstGeom prst="rect">
                <a:avLst/>
              </a:prstGeom>
              <a:solidFill>
                <a:srgbClr val="EE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2000">
                  <a:latin typeface="Open Sans" panose="020B0606030504020204" pitchFamily="34" charset="0"/>
                </a:endParaRPr>
              </a:p>
            </p:txBody>
          </p:sp>
        </p:grpSp>
      </p:grp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2A6D2A9-E811-4F63-9AFF-7B19832AD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24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1378755B-B634-4098-B705-1ECACC6118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07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7" name="Textplatzhalter 7">
            <a:extLst>
              <a:ext uri="{FF2B5EF4-FFF2-40B4-BE49-F238E27FC236}">
                <a16:creationId xmlns:a16="http://schemas.microsoft.com/office/drawing/2014/main" id="{E297DA4C-54CA-4F2B-A830-6EC0F4DF45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209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8" name="Textplatzhalter 7">
            <a:extLst>
              <a:ext uri="{FF2B5EF4-FFF2-40B4-BE49-F238E27FC236}">
                <a16:creationId xmlns:a16="http://schemas.microsoft.com/office/drawing/2014/main" id="{ECE2A416-CB20-427F-9E8E-EAEE03D70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09040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9" name="Textplatzhalter 7">
            <a:extLst>
              <a:ext uri="{FF2B5EF4-FFF2-40B4-BE49-F238E27FC236}">
                <a16:creationId xmlns:a16="http://schemas.microsoft.com/office/drawing/2014/main" id="{2AB608DC-9309-4F9E-BF42-FEA02CA9F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6801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5DD36211-91D2-4D6E-9611-1CF861F7DC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84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5" name="Textplatzhalter 10">
            <a:extLst>
              <a:ext uri="{FF2B5EF4-FFF2-40B4-BE49-F238E27FC236}">
                <a16:creationId xmlns:a16="http://schemas.microsoft.com/office/drawing/2014/main" id="{55E657A3-4002-4194-8CB8-F922B146284C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57" name="Fußzeilenplatzhalter 48">
            <a:extLst>
              <a:ext uri="{FF2B5EF4-FFF2-40B4-BE49-F238E27FC236}">
                <a16:creationId xmlns:a16="http://schemas.microsoft.com/office/drawing/2014/main" id="{90EB52B7-D02B-4DAC-B614-183FC82FE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5" name="Datumsplatzhalter 14">
            <a:extLst>
              <a:ext uri="{FF2B5EF4-FFF2-40B4-BE49-F238E27FC236}">
                <a16:creationId xmlns:a16="http://schemas.microsoft.com/office/drawing/2014/main" id="{7F4F4170-74C4-42BA-A8DD-33912DE86736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DA37B044-B7A5-4709-A288-2909150AD7D6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7040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Grafik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C0BB330-5D68-4108-B180-C27EA2745A0F}"/>
              </a:ext>
            </a:extLst>
          </p:cNvPr>
          <p:cNvGrpSpPr/>
          <p:nvPr/>
        </p:nvGrpSpPr>
        <p:grpSpPr>
          <a:xfrm>
            <a:off x="500245" y="1627742"/>
            <a:ext cx="3545239" cy="2196064"/>
            <a:chOff x="334736" y="1525235"/>
            <a:chExt cx="3451161" cy="2137788"/>
          </a:xfrm>
        </p:grpSpPr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B9B2A8C0-EF1E-4DE2-B30F-60838B4A900A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000">
                <a:latin typeface="Open Sans" panose="020B0606030504020204" pitchFamily="34" charset="0"/>
              </a:endParaRP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EC4CF1AE-F38C-4B0A-95C3-6E6E50178C51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2000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6D41D5F7-C567-426B-A414-257529F75C6A}"/>
              </a:ext>
            </a:extLst>
          </p:cNvPr>
          <p:cNvGrpSpPr/>
          <p:nvPr/>
        </p:nvGrpSpPr>
        <p:grpSpPr>
          <a:xfrm>
            <a:off x="500246" y="4060306"/>
            <a:ext cx="3545239" cy="2196064"/>
            <a:chOff x="334736" y="1525235"/>
            <a:chExt cx="3451161" cy="2137788"/>
          </a:xfrm>
        </p:grpSpPr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0826DF49-2D1F-4023-B06A-F500A09757D8}"/>
                </a:ext>
              </a:extLst>
            </p:cNvPr>
            <p:cNvSpPr/>
            <p:nvPr/>
          </p:nvSpPr>
          <p:spPr>
            <a:xfrm>
              <a:off x="334736" y="1525235"/>
              <a:ext cx="3437204" cy="2137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06500" dist="38100" dir="2700000" algn="ctr" rotWithShape="0">
                <a:schemeClr val="bg1">
                  <a:lumMod val="75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latin typeface="Open Sans" panose="020B0606030504020204" pitchFamily="34" charset="0"/>
              </a:endParaRPr>
            </a:p>
          </p:txBody>
        </p:sp>
        <p:sp>
          <p:nvSpPr>
            <p:cNvPr id="44" name="Rectangle 34">
              <a:extLst>
                <a:ext uri="{FF2B5EF4-FFF2-40B4-BE49-F238E27FC236}">
                  <a16:creationId xmlns:a16="http://schemas.microsoft.com/office/drawing/2014/main" id="{B96B7BB8-6199-4615-99D8-AD04DE6FBDA0}"/>
                </a:ext>
              </a:extLst>
            </p:cNvPr>
            <p:cNvSpPr/>
            <p:nvPr/>
          </p:nvSpPr>
          <p:spPr>
            <a:xfrm>
              <a:off x="348693" y="3593269"/>
              <a:ext cx="3437204" cy="69754"/>
            </a:xfrm>
            <a:prstGeom prst="rect">
              <a:avLst/>
            </a:prstGeom>
            <a:solidFill>
              <a:srgbClr val="EE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398">
                <a:solidFill>
                  <a:schemeClr val="bg1"/>
                </a:solidFill>
                <a:latin typeface="Open Sans" panose="020B0606030504020204" pitchFamily="34" charset="0"/>
              </a:endParaRPr>
            </a:p>
          </p:txBody>
        </p:sp>
      </p:grp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2A6D2A9-E811-4F63-9AFF-7B19832AD2CE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00245" y="1627741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1378755B-B634-4098-B705-1ECACC6118B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93076" y="2075675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1" name="Textplatzhalter 7">
            <a:extLst>
              <a:ext uri="{FF2B5EF4-FFF2-40B4-BE49-F238E27FC236}">
                <a16:creationId xmlns:a16="http://schemas.microsoft.com/office/drawing/2014/main" id="{88C982B2-88A0-480C-A9B8-8FF8862E727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00245" y="4062187"/>
            <a:ext cx="3545239" cy="419101"/>
          </a:xfrm>
        </p:spPr>
        <p:txBody>
          <a:bodyPr anchor="b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2" name="Textplatzhalter 7">
            <a:extLst>
              <a:ext uri="{FF2B5EF4-FFF2-40B4-BE49-F238E27FC236}">
                <a16:creationId xmlns:a16="http://schemas.microsoft.com/office/drawing/2014/main" id="{FAE503B6-6CD2-4218-8696-467DF963E305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93076" y="4510121"/>
            <a:ext cx="3545239" cy="167647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5" name="Textplatzhalter 10">
            <a:extLst>
              <a:ext uri="{FF2B5EF4-FFF2-40B4-BE49-F238E27FC236}">
                <a16:creationId xmlns:a16="http://schemas.microsoft.com/office/drawing/2014/main" id="{55E657A3-4002-4194-8CB8-F922B146284C}"/>
              </a:ext>
            </a:extLst>
          </p:cNvPr>
          <p:cNvSpPr>
            <a:spLocks noGrp="1" noChangeAspect="1"/>
          </p:cNvSpPr>
          <p:nvPr userDrawn="1"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57" name="Fußzeilenplatzhalter 48">
            <a:extLst>
              <a:ext uri="{FF2B5EF4-FFF2-40B4-BE49-F238E27FC236}">
                <a16:creationId xmlns:a16="http://schemas.microsoft.com/office/drawing/2014/main" id="{90EB52B7-D02B-4DAC-B614-183FC82FE5A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Datumsplatzhalter 14">
            <a:extLst>
              <a:ext uri="{FF2B5EF4-FFF2-40B4-BE49-F238E27FC236}">
                <a16:creationId xmlns:a16="http://schemas.microsoft.com/office/drawing/2014/main" id="{CADFDCA0-3560-4217-8E96-A9812DEAE107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41720D9F-3AA5-48FD-A008-34138DA2DBAB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2511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277">
            <a:extLst>
              <a:ext uri="{FF2B5EF4-FFF2-40B4-BE49-F238E27FC236}">
                <a16:creationId xmlns:a16="http://schemas.microsoft.com/office/drawing/2014/main" id="{49C1FD2F-71C7-4D0C-A609-04D7944A55CC}"/>
              </a:ext>
            </a:extLst>
          </p:cNvPr>
          <p:cNvGrpSpPr/>
          <p:nvPr/>
        </p:nvGrpSpPr>
        <p:grpSpPr>
          <a:xfrm flipV="1">
            <a:off x="3155551" y="4500149"/>
            <a:ext cx="565958" cy="787056"/>
            <a:chOff x="1553007" y="2757488"/>
            <a:chExt cx="453923" cy="339623"/>
          </a:xfrm>
        </p:grpSpPr>
        <p:cxnSp>
          <p:nvCxnSpPr>
            <p:cNvPr id="73" name="Straight Connector 279">
              <a:extLst>
                <a:ext uri="{FF2B5EF4-FFF2-40B4-BE49-F238E27FC236}">
                  <a16:creationId xmlns:a16="http://schemas.microsoft.com/office/drawing/2014/main" id="{77DC0320-5B31-4AD9-800C-587261494EC1}"/>
                </a:ext>
              </a:extLst>
            </p:cNvPr>
            <p:cNvCxnSpPr/>
            <p:nvPr/>
          </p:nvCxnSpPr>
          <p:spPr>
            <a:xfrm>
              <a:off x="1779969" y="2757488"/>
              <a:ext cx="0" cy="3396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4" name="Straight Connector 280">
              <a:extLst>
                <a:ext uri="{FF2B5EF4-FFF2-40B4-BE49-F238E27FC236}">
                  <a16:creationId xmlns:a16="http://schemas.microsoft.com/office/drawing/2014/main" id="{0B08E258-FEF7-439A-B01A-87D2A90E886F}"/>
                </a:ext>
              </a:extLst>
            </p:cNvPr>
            <p:cNvCxnSpPr/>
            <p:nvPr/>
          </p:nvCxnSpPr>
          <p:spPr>
            <a:xfrm rot="16200000">
              <a:off x="1779969" y="2530526"/>
              <a:ext cx="0" cy="4539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</p:grpSp>
      <p:grpSp>
        <p:nvGrpSpPr>
          <p:cNvPr id="76" name="Group 282">
            <a:extLst>
              <a:ext uri="{FF2B5EF4-FFF2-40B4-BE49-F238E27FC236}">
                <a16:creationId xmlns:a16="http://schemas.microsoft.com/office/drawing/2014/main" id="{69F6C61B-8941-4164-A218-00CC754D9333}"/>
              </a:ext>
            </a:extLst>
          </p:cNvPr>
          <p:cNvGrpSpPr/>
          <p:nvPr/>
        </p:nvGrpSpPr>
        <p:grpSpPr>
          <a:xfrm flipV="1">
            <a:off x="6626892" y="4557393"/>
            <a:ext cx="565958" cy="717327"/>
            <a:chOff x="1553007" y="2757488"/>
            <a:chExt cx="453923" cy="339623"/>
          </a:xfrm>
        </p:grpSpPr>
        <p:cxnSp>
          <p:nvCxnSpPr>
            <p:cNvPr id="78" name="Straight Connector 284">
              <a:extLst>
                <a:ext uri="{FF2B5EF4-FFF2-40B4-BE49-F238E27FC236}">
                  <a16:creationId xmlns:a16="http://schemas.microsoft.com/office/drawing/2014/main" id="{7E20676B-4848-46DD-9FE7-F582A8FFAC0D}"/>
                </a:ext>
              </a:extLst>
            </p:cNvPr>
            <p:cNvCxnSpPr/>
            <p:nvPr/>
          </p:nvCxnSpPr>
          <p:spPr>
            <a:xfrm>
              <a:off x="1779969" y="2757488"/>
              <a:ext cx="0" cy="3396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9" name="Straight Connector 285">
              <a:extLst>
                <a:ext uri="{FF2B5EF4-FFF2-40B4-BE49-F238E27FC236}">
                  <a16:creationId xmlns:a16="http://schemas.microsoft.com/office/drawing/2014/main" id="{F69039A9-AFB7-443E-9688-264D462CA08B}"/>
                </a:ext>
              </a:extLst>
            </p:cNvPr>
            <p:cNvCxnSpPr/>
            <p:nvPr/>
          </p:nvCxnSpPr>
          <p:spPr>
            <a:xfrm rot="16200000">
              <a:off x="1779969" y="2530526"/>
              <a:ext cx="0" cy="4539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</p:grpSp>
      <p:grpSp>
        <p:nvGrpSpPr>
          <p:cNvPr id="85" name="Group 277">
            <a:extLst>
              <a:ext uri="{FF2B5EF4-FFF2-40B4-BE49-F238E27FC236}">
                <a16:creationId xmlns:a16="http://schemas.microsoft.com/office/drawing/2014/main" id="{EF83F725-552D-40E0-A4DE-77722073D1C2}"/>
              </a:ext>
            </a:extLst>
          </p:cNvPr>
          <p:cNvGrpSpPr/>
          <p:nvPr/>
        </p:nvGrpSpPr>
        <p:grpSpPr>
          <a:xfrm flipV="1">
            <a:off x="10040485" y="4678386"/>
            <a:ext cx="565958" cy="596334"/>
            <a:chOff x="1553007" y="2757488"/>
            <a:chExt cx="453923" cy="339623"/>
          </a:xfrm>
        </p:grpSpPr>
        <p:cxnSp>
          <p:nvCxnSpPr>
            <p:cNvPr id="87" name="Straight Connector 279">
              <a:extLst>
                <a:ext uri="{FF2B5EF4-FFF2-40B4-BE49-F238E27FC236}">
                  <a16:creationId xmlns:a16="http://schemas.microsoft.com/office/drawing/2014/main" id="{117CC294-D0D4-4F07-AF8E-EFCDFBCB706D}"/>
                </a:ext>
              </a:extLst>
            </p:cNvPr>
            <p:cNvCxnSpPr/>
            <p:nvPr/>
          </p:nvCxnSpPr>
          <p:spPr>
            <a:xfrm>
              <a:off x="1779969" y="2757488"/>
              <a:ext cx="0" cy="3396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88" name="Straight Connector 280">
              <a:extLst>
                <a:ext uri="{FF2B5EF4-FFF2-40B4-BE49-F238E27FC236}">
                  <a16:creationId xmlns:a16="http://schemas.microsoft.com/office/drawing/2014/main" id="{8CCB6811-66E7-4031-98F4-D66A6FDADC23}"/>
                </a:ext>
              </a:extLst>
            </p:cNvPr>
            <p:cNvCxnSpPr/>
            <p:nvPr/>
          </p:nvCxnSpPr>
          <p:spPr>
            <a:xfrm rot="16200000">
              <a:off x="1779969" y="2530526"/>
              <a:ext cx="0" cy="4539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18" name="Freeform 13">
            <a:extLst>
              <a:ext uri="{FF2B5EF4-FFF2-40B4-BE49-F238E27FC236}">
                <a16:creationId xmlns:a16="http://schemas.microsoft.com/office/drawing/2014/main" id="{AFBEDA3D-0FCC-4F67-A3F8-0E2EE647A7FD}"/>
              </a:ext>
            </a:extLst>
          </p:cNvPr>
          <p:cNvSpPr>
            <a:spLocks/>
          </p:cNvSpPr>
          <p:nvPr userDrawn="1"/>
        </p:nvSpPr>
        <p:spPr bwMode="auto">
          <a:xfrm>
            <a:off x="4057024" y="2994396"/>
            <a:ext cx="2244157" cy="1702046"/>
          </a:xfrm>
          <a:custGeom>
            <a:avLst/>
            <a:gdLst>
              <a:gd name="T0" fmla="*/ 272 w 702"/>
              <a:gd name="T1" fmla="*/ 0 h 531"/>
              <a:gd name="T2" fmla="*/ 430 w 702"/>
              <a:gd name="T3" fmla="*/ 0 h 531"/>
              <a:gd name="T4" fmla="*/ 642 w 702"/>
              <a:gd name="T5" fmla="*/ 0 h 531"/>
              <a:gd name="T6" fmla="*/ 678 w 702"/>
              <a:gd name="T7" fmla="*/ 66 h 531"/>
              <a:gd name="T8" fmla="*/ 580 w 702"/>
              <a:gd name="T9" fmla="*/ 214 h 531"/>
              <a:gd name="T10" fmla="*/ 492 w 702"/>
              <a:gd name="T11" fmla="*/ 347 h 531"/>
              <a:gd name="T12" fmla="*/ 395 w 702"/>
              <a:gd name="T13" fmla="*/ 495 h 531"/>
              <a:gd name="T14" fmla="*/ 307 w 702"/>
              <a:gd name="T15" fmla="*/ 495 h 531"/>
              <a:gd name="T16" fmla="*/ 210 w 702"/>
              <a:gd name="T17" fmla="*/ 347 h 531"/>
              <a:gd name="T18" fmla="*/ 122 w 702"/>
              <a:gd name="T19" fmla="*/ 214 h 531"/>
              <a:gd name="T20" fmla="*/ 24 w 702"/>
              <a:gd name="T21" fmla="*/ 66 h 531"/>
              <a:gd name="T22" fmla="*/ 60 w 702"/>
              <a:gd name="T23" fmla="*/ 0 h 531"/>
              <a:gd name="T24" fmla="*/ 272 w 702"/>
              <a:gd name="T25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2" h="531">
                <a:moveTo>
                  <a:pt x="272" y="0"/>
                </a:moveTo>
                <a:cubicBezTo>
                  <a:pt x="315" y="0"/>
                  <a:pt x="387" y="0"/>
                  <a:pt x="430" y="0"/>
                </a:cubicBezTo>
                <a:cubicBezTo>
                  <a:pt x="642" y="0"/>
                  <a:pt x="642" y="0"/>
                  <a:pt x="642" y="0"/>
                </a:cubicBezTo>
                <a:cubicBezTo>
                  <a:pt x="685" y="0"/>
                  <a:pt x="702" y="29"/>
                  <a:pt x="678" y="66"/>
                </a:cubicBezTo>
                <a:cubicBezTo>
                  <a:pt x="580" y="214"/>
                  <a:pt x="580" y="214"/>
                  <a:pt x="580" y="214"/>
                </a:cubicBezTo>
                <a:cubicBezTo>
                  <a:pt x="556" y="251"/>
                  <a:pt x="516" y="310"/>
                  <a:pt x="492" y="347"/>
                </a:cubicBezTo>
                <a:cubicBezTo>
                  <a:pt x="395" y="495"/>
                  <a:pt x="395" y="495"/>
                  <a:pt x="395" y="495"/>
                </a:cubicBezTo>
                <a:cubicBezTo>
                  <a:pt x="371" y="531"/>
                  <a:pt x="331" y="531"/>
                  <a:pt x="307" y="495"/>
                </a:cubicBezTo>
                <a:cubicBezTo>
                  <a:pt x="210" y="347"/>
                  <a:pt x="210" y="347"/>
                  <a:pt x="210" y="347"/>
                </a:cubicBezTo>
                <a:cubicBezTo>
                  <a:pt x="186" y="310"/>
                  <a:pt x="146" y="251"/>
                  <a:pt x="122" y="214"/>
                </a:cubicBezTo>
                <a:cubicBezTo>
                  <a:pt x="24" y="66"/>
                  <a:pt x="24" y="66"/>
                  <a:pt x="24" y="66"/>
                </a:cubicBezTo>
                <a:cubicBezTo>
                  <a:pt x="0" y="29"/>
                  <a:pt x="17" y="0"/>
                  <a:pt x="60" y="0"/>
                </a:cubicBezTo>
                <a:lnTo>
                  <a:pt x="272" y="0"/>
                </a:lnTo>
                <a:close/>
              </a:path>
            </a:pathLst>
          </a:custGeom>
          <a:solidFill>
            <a:sysClr val="window" lastClr="FFFFFF"/>
          </a:solidFill>
          <a:ln w="14288" cap="flat">
            <a:noFill/>
            <a:prstDash val="solid"/>
            <a:miter lim="800000"/>
            <a:headEnd/>
            <a:tailEnd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F0AA4CCD-5EC3-4133-8970-C25497AC393B}"/>
              </a:ext>
            </a:extLst>
          </p:cNvPr>
          <p:cNvSpPr>
            <a:spLocks/>
          </p:cNvSpPr>
          <p:nvPr userDrawn="1"/>
        </p:nvSpPr>
        <p:spPr bwMode="auto">
          <a:xfrm>
            <a:off x="2318478" y="2966006"/>
            <a:ext cx="2240102" cy="1702046"/>
          </a:xfrm>
          <a:custGeom>
            <a:avLst/>
            <a:gdLst>
              <a:gd name="T0" fmla="*/ 271 w 701"/>
              <a:gd name="T1" fmla="*/ 531 h 531"/>
              <a:gd name="T2" fmla="*/ 430 w 701"/>
              <a:gd name="T3" fmla="*/ 531 h 531"/>
              <a:gd name="T4" fmla="*/ 641 w 701"/>
              <a:gd name="T5" fmla="*/ 531 h 531"/>
              <a:gd name="T6" fmla="*/ 677 w 701"/>
              <a:gd name="T7" fmla="*/ 465 h 531"/>
              <a:gd name="T8" fmla="*/ 579 w 701"/>
              <a:gd name="T9" fmla="*/ 317 h 531"/>
              <a:gd name="T10" fmla="*/ 492 w 701"/>
              <a:gd name="T11" fmla="*/ 184 h 531"/>
              <a:gd name="T12" fmla="*/ 394 w 701"/>
              <a:gd name="T13" fmla="*/ 36 h 531"/>
              <a:gd name="T14" fmla="*/ 307 w 701"/>
              <a:gd name="T15" fmla="*/ 36 h 531"/>
              <a:gd name="T16" fmla="*/ 209 w 701"/>
              <a:gd name="T17" fmla="*/ 184 h 531"/>
              <a:gd name="T18" fmla="*/ 122 w 701"/>
              <a:gd name="T19" fmla="*/ 317 h 531"/>
              <a:gd name="T20" fmla="*/ 24 w 701"/>
              <a:gd name="T21" fmla="*/ 465 h 531"/>
              <a:gd name="T22" fmla="*/ 60 w 701"/>
              <a:gd name="T23" fmla="*/ 531 h 531"/>
              <a:gd name="T24" fmla="*/ 271 w 701"/>
              <a:gd name="T25" fmla="*/ 531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1" h="531">
                <a:moveTo>
                  <a:pt x="271" y="531"/>
                </a:moveTo>
                <a:cubicBezTo>
                  <a:pt x="315" y="531"/>
                  <a:pt x="386" y="531"/>
                  <a:pt x="430" y="531"/>
                </a:cubicBezTo>
                <a:cubicBezTo>
                  <a:pt x="641" y="531"/>
                  <a:pt x="641" y="531"/>
                  <a:pt x="641" y="531"/>
                </a:cubicBezTo>
                <a:cubicBezTo>
                  <a:pt x="685" y="531"/>
                  <a:pt x="701" y="501"/>
                  <a:pt x="677" y="465"/>
                </a:cubicBezTo>
                <a:cubicBezTo>
                  <a:pt x="579" y="317"/>
                  <a:pt x="579" y="317"/>
                  <a:pt x="579" y="317"/>
                </a:cubicBezTo>
                <a:cubicBezTo>
                  <a:pt x="555" y="280"/>
                  <a:pt x="516" y="221"/>
                  <a:pt x="492" y="184"/>
                </a:cubicBezTo>
                <a:cubicBezTo>
                  <a:pt x="394" y="36"/>
                  <a:pt x="394" y="36"/>
                  <a:pt x="394" y="36"/>
                </a:cubicBezTo>
                <a:cubicBezTo>
                  <a:pt x="370" y="0"/>
                  <a:pt x="331" y="0"/>
                  <a:pt x="307" y="36"/>
                </a:cubicBezTo>
                <a:cubicBezTo>
                  <a:pt x="209" y="184"/>
                  <a:pt x="209" y="184"/>
                  <a:pt x="209" y="184"/>
                </a:cubicBezTo>
                <a:cubicBezTo>
                  <a:pt x="185" y="221"/>
                  <a:pt x="146" y="280"/>
                  <a:pt x="122" y="317"/>
                </a:cubicBezTo>
                <a:cubicBezTo>
                  <a:pt x="24" y="465"/>
                  <a:pt x="24" y="465"/>
                  <a:pt x="24" y="465"/>
                </a:cubicBezTo>
                <a:cubicBezTo>
                  <a:pt x="0" y="501"/>
                  <a:pt x="16" y="531"/>
                  <a:pt x="60" y="531"/>
                </a:cubicBezTo>
                <a:lnTo>
                  <a:pt x="271" y="531"/>
                </a:lnTo>
                <a:close/>
              </a:path>
            </a:pathLst>
          </a:custGeom>
          <a:solidFill>
            <a:sysClr val="window" lastClr="FFFFFF"/>
          </a:solidFill>
          <a:ln w="14288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rgbClr val="FFBD47"/>
              </a:solidFill>
              <a:latin typeface="Metropolis" panose="00000500000000000000" pitchFamily="50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B7959A97-41F1-47A9-9886-1C57600CBB7F}"/>
              </a:ext>
            </a:extLst>
          </p:cNvPr>
          <p:cNvSpPr>
            <a:spLocks/>
          </p:cNvSpPr>
          <p:nvPr userDrawn="1"/>
        </p:nvSpPr>
        <p:spPr bwMode="auto">
          <a:xfrm>
            <a:off x="575876" y="2994396"/>
            <a:ext cx="2244157" cy="1702046"/>
          </a:xfrm>
          <a:custGeom>
            <a:avLst/>
            <a:gdLst>
              <a:gd name="T0" fmla="*/ 272 w 702"/>
              <a:gd name="T1" fmla="*/ 0 h 531"/>
              <a:gd name="T2" fmla="*/ 430 w 702"/>
              <a:gd name="T3" fmla="*/ 0 h 531"/>
              <a:gd name="T4" fmla="*/ 642 w 702"/>
              <a:gd name="T5" fmla="*/ 0 h 531"/>
              <a:gd name="T6" fmla="*/ 678 w 702"/>
              <a:gd name="T7" fmla="*/ 66 h 531"/>
              <a:gd name="T8" fmla="*/ 580 w 702"/>
              <a:gd name="T9" fmla="*/ 214 h 531"/>
              <a:gd name="T10" fmla="*/ 492 w 702"/>
              <a:gd name="T11" fmla="*/ 347 h 531"/>
              <a:gd name="T12" fmla="*/ 395 w 702"/>
              <a:gd name="T13" fmla="*/ 495 h 531"/>
              <a:gd name="T14" fmla="*/ 307 w 702"/>
              <a:gd name="T15" fmla="*/ 495 h 531"/>
              <a:gd name="T16" fmla="*/ 210 w 702"/>
              <a:gd name="T17" fmla="*/ 347 h 531"/>
              <a:gd name="T18" fmla="*/ 122 w 702"/>
              <a:gd name="T19" fmla="*/ 214 h 531"/>
              <a:gd name="T20" fmla="*/ 24 w 702"/>
              <a:gd name="T21" fmla="*/ 66 h 531"/>
              <a:gd name="T22" fmla="*/ 60 w 702"/>
              <a:gd name="T23" fmla="*/ 0 h 531"/>
              <a:gd name="T24" fmla="*/ 272 w 702"/>
              <a:gd name="T25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2" h="531">
                <a:moveTo>
                  <a:pt x="272" y="0"/>
                </a:moveTo>
                <a:cubicBezTo>
                  <a:pt x="315" y="0"/>
                  <a:pt x="387" y="0"/>
                  <a:pt x="430" y="0"/>
                </a:cubicBezTo>
                <a:cubicBezTo>
                  <a:pt x="642" y="0"/>
                  <a:pt x="642" y="0"/>
                  <a:pt x="642" y="0"/>
                </a:cubicBezTo>
                <a:cubicBezTo>
                  <a:pt x="685" y="0"/>
                  <a:pt x="702" y="29"/>
                  <a:pt x="678" y="66"/>
                </a:cubicBezTo>
                <a:cubicBezTo>
                  <a:pt x="580" y="214"/>
                  <a:pt x="580" y="214"/>
                  <a:pt x="580" y="214"/>
                </a:cubicBezTo>
                <a:cubicBezTo>
                  <a:pt x="556" y="251"/>
                  <a:pt x="516" y="310"/>
                  <a:pt x="492" y="347"/>
                </a:cubicBezTo>
                <a:cubicBezTo>
                  <a:pt x="395" y="495"/>
                  <a:pt x="395" y="495"/>
                  <a:pt x="395" y="495"/>
                </a:cubicBezTo>
                <a:cubicBezTo>
                  <a:pt x="371" y="531"/>
                  <a:pt x="331" y="531"/>
                  <a:pt x="307" y="495"/>
                </a:cubicBezTo>
                <a:cubicBezTo>
                  <a:pt x="210" y="347"/>
                  <a:pt x="210" y="347"/>
                  <a:pt x="210" y="347"/>
                </a:cubicBezTo>
                <a:cubicBezTo>
                  <a:pt x="186" y="310"/>
                  <a:pt x="146" y="251"/>
                  <a:pt x="122" y="214"/>
                </a:cubicBezTo>
                <a:cubicBezTo>
                  <a:pt x="24" y="66"/>
                  <a:pt x="24" y="66"/>
                  <a:pt x="24" y="66"/>
                </a:cubicBezTo>
                <a:cubicBezTo>
                  <a:pt x="0" y="29"/>
                  <a:pt x="17" y="0"/>
                  <a:pt x="60" y="0"/>
                </a:cubicBezTo>
                <a:lnTo>
                  <a:pt x="272" y="0"/>
                </a:lnTo>
                <a:close/>
              </a:path>
            </a:pathLst>
          </a:custGeom>
          <a:solidFill>
            <a:sysClr val="window" lastClr="FFFFFF"/>
          </a:solidFill>
          <a:ln w="14288" cap="flat">
            <a:noFill/>
            <a:prstDash val="solid"/>
            <a:miter lim="800000"/>
            <a:headEnd/>
            <a:tailEnd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F3305988-E686-4608-A15F-D1C71FE04038}"/>
              </a:ext>
            </a:extLst>
          </p:cNvPr>
          <p:cNvSpPr>
            <a:spLocks/>
          </p:cNvSpPr>
          <p:nvPr userDrawn="1"/>
        </p:nvSpPr>
        <p:spPr bwMode="auto">
          <a:xfrm>
            <a:off x="5799627" y="2966006"/>
            <a:ext cx="2240102" cy="1702046"/>
          </a:xfrm>
          <a:custGeom>
            <a:avLst/>
            <a:gdLst>
              <a:gd name="T0" fmla="*/ 271 w 701"/>
              <a:gd name="T1" fmla="*/ 531 h 531"/>
              <a:gd name="T2" fmla="*/ 430 w 701"/>
              <a:gd name="T3" fmla="*/ 531 h 531"/>
              <a:gd name="T4" fmla="*/ 641 w 701"/>
              <a:gd name="T5" fmla="*/ 531 h 531"/>
              <a:gd name="T6" fmla="*/ 677 w 701"/>
              <a:gd name="T7" fmla="*/ 465 h 531"/>
              <a:gd name="T8" fmla="*/ 579 w 701"/>
              <a:gd name="T9" fmla="*/ 317 h 531"/>
              <a:gd name="T10" fmla="*/ 492 w 701"/>
              <a:gd name="T11" fmla="*/ 184 h 531"/>
              <a:gd name="T12" fmla="*/ 394 w 701"/>
              <a:gd name="T13" fmla="*/ 36 h 531"/>
              <a:gd name="T14" fmla="*/ 307 w 701"/>
              <a:gd name="T15" fmla="*/ 36 h 531"/>
              <a:gd name="T16" fmla="*/ 209 w 701"/>
              <a:gd name="T17" fmla="*/ 184 h 531"/>
              <a:gd name="T18" fmla="*/ 122 w 701"/>
              <a:gd name="T19" fmla="*/ 317 h 531"/>
              <a:gd name="T20" fmla="*/ 24 w 701"/>
              <a:gd name="T21" fmla="*/ 465 h 531"/>
              <a:gd name="T22" fmla="*/ 60 w 701"/>
              <a:gd name="T23" fmla="*/ 531 h 531"/>
              <a:gd name="T24" fmla="*/ 271 w 701"/>
              <a:gd name="T25" fmla="*/ 531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1" h="531">
                <a:moveTo>
                  <a:pt x="271" y="531"/>
                </a:moveTo>
                <a:cubicBezTo>
                  <a:pt x="315" y="531"/>
                  <a:pt x="386" y="531"/>
                  <a:pt x="430" y="531"/>
                </a:cubicBezTo>
                <a:cubicBezTo>
                  <a:pt x="641" y="531"/>
                  <a:pt x="641" y="531"/>
                  <a:pt x="641" y="531"/>
                </a:cubicBezTo>
                <a:cubicBezTo>
                  <a:pt x="685" y="531"/>
                  <a:pt x="701" y="501"/>
                  <a:pt x="677" y="465"/>
                </a:cubicBezTo>
                <a:cubicBezTo>
                  <a:pt x="579" y="317"/>
                  <a:pt x="579" y="317"/>
                  <a:pt x="579" y="317"/>
                </a:cubicBezTo>
                <a:cubicBezTo>
                  <a:pt x="555" y="280"/>
                  <a:pt x="516" y="221"/>
                  <a:pt x="492" y="184"/>
                </a:cubicBezTo>
                <a:cubicBezTo>
                  <a:pt x="394" y="36"/>
                  <a:pt x="394" y="36"/>
                  <a:pt x="394" y="36"/>
                </a:cubicBezTo>
                <a:cubicBezTo>
                  <a:pt x="370" y="0"/>
                  <a:pt x="331" y="0"/>
                  <a:pt x="307" y="36"/>
                </a:cubicBezTo>
                <a:cubicBezTo>
                  <a:pt x="209" y="184"/>
                  <a:pt x="209" y="184"/>
                  <a:pt x="209" y="184"/>
                </a:cubicBezTo>
                <a:cubicBezTo>
                  <a:pt x="185" y="221"/>
                  <a:pt x="146" y="280"/>
                  <a:pt x="122" y="317"/>
                </a:cubicBezTo>
                <a:cubicBezTo>
                  <a:pt x="24" y="465"/>
                  <a:pt x="24" y="465"/>
                  <a:pt x="24" y="465"/>
                </a:cubicBezTo>
                <a:cubicBezTo>
                  <a:pt x="0" y="501"/>
                  <a:pt x="16" y="531"/>
                  <a:pt x="60" y="531"/>
                </a:cubicBezTo>
                <a:lnTo>
                  <a:pt x="271" y="531"/>
                </a:lnTo>
                <a:close/>
              </a:path>
            </a:pathLst>
          </a:custGeom>
          <a:solidFill>
            <a:sysClr val="window" lastClr="FFFFFF"/>
          </a:solidFill>
          <a:ln w="14288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19" name="Freeform 15">
            <a:extLst>
              <a:ext uri="{FF2B5EF4-FFF2-40B4-BE49-F238E27FC236}">
                <a16:creationId xmlns:a16="http://schemas.microsoft.com/office/drawing/2014/main" id="{2BA949C6-2BC1-4A33-BCDE-828360E84AD1}"/>
              </a:ext>
            </a:extLst>
          </p:cNvPr>
          <p:cNvSpPr>
            <a:spLocks/>
          </p:cNvSpPr>
          <p:nvPr userDrawn="1"/>
        </p:nvSpPr>
        <p:spPr bwMode="auto">
          <a:xfrm>
            <a:off x="7538173" y="2994396"/>
            <a:ext cx="2244157" cy="1702046"/>
          </a:xfrm>
          <a:custGeom>
            <a:avLst/>
            <a:gdLst>
              <a:gd name="T0" fmla="*/ 272 w 702"/>
              <a:gd name="T1" fmla="*/ 0 h 531"/>
              <a:gd name="T2" fmla="*/ 430 w 702"/>
              <a:gd name="T3" fmla="*/ 0 h 531"/>
              <a:gd name="T4" fmla="*/ 642 w 702"/>
              <a:gd name="T5" fmla="*/ 0 h 531"/>
              <a:gd name="T6" fmla="*/ 678 w 702"/>
              <a:gd name="T7" fmla="*/ 66 h 531"/>
              <a:gd name="T8" fmla="*/ 580 w 702"/>
              <a:gd name="T9" fmla="*/ 214 h 531"/>
              <a:gd name="T10" fmla="*/ 492 w 702"/>
              <a:gd name="T11" fmla="*/ 347 h 531"/>
              <a:gd name="T12" fmla="*/ 395 w 702"/>
              <a:gd name="T13" fmla="*/ 495 h 531"/>
              <a:gd name="T14" fmla="*/ 307 w 702"/>
              <a:gd name="T15" fmla="*/ 495 h 531"/>
              <a:gd name="T16" fmla="*/ 210 w 702"/>
              <a:gd name="T17" fmla="*/ 347 h 531"/>
              <a:gd name="T18" fmla="*/ 122 w 702"/>
              <a:gd name="T19" fmla="*/ 214 h 531"/>
              <a:gd name="T20" fmla="*/ 24 w 702"/>
              <a:gd name="T21" fmla="*/ 66 h 531"/>
              <a:gd name="T22" fmla="*/ 60 w 702"/>
              <a:gd name="T23" fmla="*/ 0 h 531"/>
              <a:gd name="T24" fmla="*/ 272 w 702"/>
              <a:gd name="T25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2" h="531">
                <a:moveTo>
                  <a:pt x="272" y="0"/>
                </a:moveTo>
                <a:cubicBezTo>
                  <a:pt x="315" y="0"/>
                  <a:pt x="387" y="0"/>
                  <a:pt x="430" y="0"/>
                </a:cubicBezTo>
                <a:cubicBezTo>
                  <a:pt x="642" y="0"/>
                  <a:pt x="642" y="0"/>
                  <a:pt x="642" y="0"/>
                </a:cubicBezTo>
                <a:cubicBezTo>
                  <a:pt x="685" y="0"/>
                  <a:pt x="702" y="29"/>
                  <a:pt x="678" y="66"/>
                </a:cubicBezTo>
                <a:cubicBezTo>
                  <a:pt x="580" y="214"/>
                  <a:pt x="580" y="214"/>
                  <a:pt x="580" y="214"/>
                </a:cubicBezTo>
                <a:cubicBezTo>
                  <a:pt x="556" y="251"/>
                  <a:pt x="516" y="310"/>
                  <a:pt x="492" y="347"/>
                </a:cubicBezTo>
                <a:cubicBezTo>
                  <a:pt x="395" y="495"/>
                  <a:pt x="395" y="495"/>
                  <a:pt x="395" y="495"/>
                </a:cubicBezTo>
                <a:cubicBezTo>
                  <a:pt x="371" y="531"/>
                  <a:pt x="331" y="531"/>
                  <a:pt x="307" y="495"/>
                </a:cubicBezTo>
                <a:cubicBezTo>
                  <a:pt x="210" y="347"/>
                  <a:pt x="210" y="347"/>
                  <a:pt x="210" y="347"/>
                </a:cubicBezTo>
                <a:cubicBezTo>
                  <a:pt x="186" y="310"/>
                  <a:pt x="146" y="251"/>
                  <a:pt x="122" y="214"/>
                </a:cubicBezTo>
                <a:cubicBezTo>
                  <a:pt x="24" y="66"/>
                  <a:pt x="24" y="66"/>
                  <a:pt x="24" y="66"/>
                </a:cubicBezTo>
                <a:cubicBezTo>
                  <a:pt x="0" y="29"/>
                  <a:pt x="17" y="0"/>
                  <a:pt x="60" y="0"/>
                </a:cubicBezTo>
                <a:lnTo>
                  <a:pt x="272" y="0"/>
                </a:lnTo>
                <a:close/>
              </a:path>
            </a:pathLst>
          </a:custGeom>
          <a:solidFill>
            <a:sysClr val="window" lastClr="FFFFFF"/>
          </a:solidFill>
          <a:ln w="14288" cap="flat">
            <a:noFill/>
            <a:prstDash val="solid"/>
            <a:miter lim="800000"/>
            <a:headEnd/>
            <a:tailEnd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FB635B4E-89C9-44A5-9770-CE4E8431D7BE}"/>
              </a:ext>
            </a:extLst>
          </p:cNvPr>
          <p:cNvSpPr>
            <a:spLocks/>
          </p:cNvSpPr>
          <p:nvPr userDrawn="1"/>
        </p:nvSpPr>
        <p:spPr bwMode="auto">
          <a:xfrm>
            <a:off x="2391481" y="2594233"/>
            <a:ext cx="2077873" cy="1355958"/>
          </a:xfrm>
          <a:custGeom>
            <a:avLst/>
            <a:gdLst>
              <a:gd name="T0" fmla="*/ 327 w 650"/>
              <a:gd name="T1" fmla="*/ 0 h 423"/>
              <a:gd name="T2" fmla="*/ 180 w 650"/>
              <a:gd name="T3" fmla="*/ 83 h 423"/>
              <a:gd name="T4" fmla="*/ 0 w 650"/>
              <a:gd name="T5" fmla="*/ 356 h 423"/>
              <a:gd name="T6" fmla="*/ 105 w 650"/>
              <a:gd name="T7" fmla="*/ 423 h 423"/>
              <a:gd name="T8" fmla="*/ 186 w 650"/>
              <a:gd name="T9" fmla="*/ 300 h 423"/>
              <a:gd name="T10" fmla="*/ 284 w 650"/>
              <a:gd name="T11" fmla="*/ 152 h 423"/>
              <a:gd name="T12" fmla="*/ 371 w 650"/>
              <a:gd name="T13" fmla="*/ 152 h 423"/>
              <a:gd name="T14" fmla="*/ 469 w 650"/>
              <a:gd name="T15" fmla="*/ 300 h 423"/>
              <a:gd name="T16" fmla="*/ 547 w 650"/>
              <a:gd name="T17" fmla="*/ 419 h 423"/>
              <a:gd name="T18" fmla="*/ 621 w 650"/>
              <a:gd name="T19" fmla="*/ 419 h 423"/>
              <a:gd name="T20" fmla="*/ 650 w 650"/>
              <a:gd name="T21" fmla="*/ 349 h 423"/>
              <a:gd name="T22" fmla="*/ 650 w 650"/>
              <a:gd name="T23" fmla="*/ 348 h 423"/>
              <a:gd name="T24" fmla="*/ 475 w 650"/>
              <a:gd name="T25" fmla="*/ 83 h 423"/>
              <a:gd name="T26" fmla="*/ 327 w 650"/>
              <a:gd name="T27" fmla="*/ 0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50" h="423">
                <a:moveTo>
                  <a:pt x="327" y="0"/>
                </a:moveTo>
                <a:cubicBezTo>
                  <a:pt x="269" y="0"/>
                  <a:pt x="215" y="30"/>
                  <a:pt x="180" y="83"/>
                </a:cubicBezTo>
                <a:cubicBezTo>
                  <a:pt x="0" y="356"/>
                  <a:pt x="0" y="356"/>
                  <a:pt x="0" y="356"/>
                </a:cubicBezTo>
                <a:cubicBezTo>
                  <a:pt x="105" y="423"/>
                  <a:pt x="105" y="423"/>
                  <a:pt x="105" y="423"/>
                </a:cubicBezTo>
                <a:cubicBezTo>
                  <a:pt x="129" y="386"/>
                  <a:pt x="164" y="333"/>
                  <a:pt x="186" y="300"/>
                </a:cubicBezTo>
                <a:cubicBezTo>
                  <a:pt x="284" y="152"/>
                  <a:pt x="284" y="152"/>
                  <a:pt x="284" y="152"/>
                </a:cubicBezTo>
                <a:cubicBezTo>
                  <a:pt x="308" y="116"/>
                  <a:pt x="347" y="116"/>
                  <a:pt x="371" y="152"/>
                </a:cubicBezTo>
                <a:cubicBezTo>
                  <a:pt x="469" y="300"/>
                  <a:pt x="469" y="300"/>
                  <a:pt x="469" y="300"/>
                </a:cubicBezTo>
                <a:cubicBezTo>
                  <a:pt x="490" y="332"/>
                  <a:pt x="523" y="382"/>
                  <a:pt x="547" y="419"/>
                </a:cubicBezTo>
                <a:cubicBezTo>
                  <a:pt x="621" y="419"/>
                  <a:pt x="621" y="419"/>
                  <a:pt x="621" y="419"/>
                </a:cubicBezTo>
                <a:cubicBezTo>
                  <a:pt x="650" y="349"/>
                  <a:pt x="650" y="349"/>
                  <a:pt x="650" y="349"/>
                </a:cubicBezTo>
                <a:cubicBezTo>
                  <a:pt x="650" y="348"/>
                  <a:pt x="650" y="348"/>
                  <a:pt x="650" y="348"/>
                </a:cubicBezTo>
                <a:cubicBezTo>
                  <a:pt x="475" y="83"/>
                  <a:pt x="475" y="83"/>
                  <a:pt x="475" y="83"/>
                </a:cubicBezTo>
                <a:cubicBezTo>
                  <a:pt x="440" y="30"/>
                  <a:pt x="386" y="0"/>
                  <a:pt x="327" y="0"/>
                </a:cubicBezTo>
                <a:close/>
              </a:path>
            </a:pathLst>
          </a:custGeom>
          <a:solidFill>
            <a:srgbClr val="EE6600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rgbClr val="EE6600"/>
              </a:solidFill>
              <a:latin typeface="Metropolis" panose="00000500000000000000" pitchFamily="50" charset="0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12A64A8-675B-4A1F-8F59-789BC7A3B145}"/>
              </a:ext>
            </a:extLst>
          </p:cNvPr>
          <p:cNvSpPr>
            <a:spLocks/>
          </p:cNvSpPr>
          <p:nvPr userDrawn="1"/>
        </p:nvSpPr>
        <p:spPr bwMode="auto">
          <a:xfrm>
            <a:off x="5872629" y="2590177"/>
            <a:ext cx="2077873" cy="1353255"/>
          </a:xfrm>
          <a:custGeom>
            <a:avLst/>
            <a:gdLst>
              <a:gd name="T0" fmla="*/ 327 w 650"/>
              <a:gd name="T1" fmla="*/ 0 h 422"/>
              <a:gd name="T2" fmla="*/ 179 w 650"/>
              <a:gd name="T3" fmla="*/ 83 h 422"/>
              <a:gd name="T4" fmla="*/ 0 w 650"/>
              <a:gd name="T5" fmla="*/ 356 h 422"/>
              <a:gd name="T6" fmla="*/ 105 w 650"/>
              <a:gd name="T7" fmla="*/ 422 h 422"/>
              <a:gd name="T8" fmla="*/ 186 w 650"/>
              <a:gd name="T9" fmla="*/ 300 h 422"/>
              <a:gd name="T10" fmla="*/ 284 w 650"/>
              <a:gd name="T11" fmla="*/ 152 h 422"/>
              <a:gd name="T12" fmla="*/ 371 w 650"/>
              <a:gd name="T13" fmla="*/ 152 h 422"/>
              <a:gd name="T14" fmla="*/ 469 w 650"/>
              <a:gd name="T15" fmla="*/ 300 h 422"/>
              <a:gd name="T16" fmla="*/ 547 w 650"/>
              <a:gd name="T17" fmla="*/ 419 h 422"/>
              <a:gd name="T18" fmla="*/ 620 w 650"/>
              <a:gd name="T19" fmla="*/ 419 h 422"/>
              <a:gd name="T20" fmla="*/ 650 w 650"/>
              <a:gd name="T21" fmla="*/ 348 h 422"/>
              <a:gd name="T22" fmla="*/ 650 w 650"/>
              <a:gd name="T23" fmla="*/ 348 h 422"/>
              <a:gd name="T24" fmla="*/ 475 w 650"/>
              <a:gd name="T25" fmla="*/ 83 h 422"/>
              <a:gd name="T26" fmla="*/ 327 w 650"/>
              <a:gd name="T27" fmla="*/ 0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50" h="422">
                <a:moveTo>
                  <a:pt x="327" y="0"/>
                </a:moveTo>
                <a:cubicBezTo>
                  <a:pt x="268" y="0"/>
                  <a:pt x="214" y="30"/>
                  <a:pt x="179" y="83"/>
                </a:cubicBezTo>
                <a:cubicBezTo>
                  <a:pt x="0" y="356"/>
                  <a:pt x="0" y="356"/>
                  <a:pt x="0" y="356"/>
                </a:cubicBezTo>
                <a:cubicBezTo>
                  <a:pt x="105" y="422"/>
                  <a:pt x="105" y="422"/>
                  <a:pt x="105" y="422"/>
                </a:cubicBezTo>
                <a:cubicBezTo>
                  <a:pt x="129" y="386"/>
                  <a:pt x="164" y="333"/>
                  <a:pt x="186" y="300"/>
                </a:cubicBezTo>
                <a:cubicBezTo>
                  <a:pt x="284" y="152"/>
                  <a:pt x="284" y="152"/>
                  <a:pt x="284" y="152"/>
                </a:cubicBezTo>
                <a:cubicBezTo>
                  <a:pt x="308" y="115"/>
                  <a:pt x="347" y="115"/>
                  <a:pt x="371" y="152"/>
                </a:cubicBezTo>
                <a:cubicBezTo>
                  <a:pt x="469" y="300"/>
                  <a:pt x="469" y="300"/>
                  <a:pt x="469" y="300"/>
                </a:cubicBezTo>
                <a:cubicBezTo>
                  <a:pt x="490" y="332"/>
                  <a:pt x="523" y="382"/>
                  <a:pt x="547" y="419"/>
                </a:cubicBezTo>
                <a:cubicBezTo>
                  <a:pt x="620" y="419"/>
                  <a:pt x="620" y="419"/>
                  <a:pt x="620" y="419"/>
                </a:cubicBezTo>
                <a:cubicBezTo>
                  <a:pt x="650" y="348"/>
                  <a:pt x="650" y="348"/>
                  <a:pt x="650" y="348"/>
                </a:cubicBezTo>
                <a:cubicBezTo>
                  <a:pt x="650" y="348"/>
                  <a:pt x="650" y="348"/>
                  <a:pt x="650" y="348"/>
                </a:cubicBezTo>
                <a:cubicBezTo>
                  <a:pt x="475" y="83"/>
                  <a:pt x="475" y="83"/>
                  <a:pt x="475" y="83"/>
                </a:cubicBezTo>
                <a:cubicBezTo>
                  <a:pt x="440" y="30"/>
                  <a:pt x="386" y="0"/>
                  <a:pt x="327" y="0"/>
                </a:cubicBezTo>
                <a:close/>
              </a:path>
            </a:pathLst>
          </a:custGeom>
          <a:solidFill>
            <a:srgbClr val="EE6600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CBE01BF9-97E5-4F66-8F21-1B3C556BA0BB}"/>
              </a:ext>
            </a:extLst>
          </p:cNvPr>
          <p:cNvSpPr>
            <a:spLocks/>
          </p:cNvSpPr>
          <p:nvPr userDrawn="1"/>
        </p:nvSpPr>
        <p:spPr bwMode="auto">
          <a:xfrm>
            <a:off x="659695" y="3701040"/>
            <a:ext cx="2073817" cy="1367174"/>
          </a:xfrm>
          <a:custGeom>
            <a:avLst/>
            <a:gdLst>
              <a:gd name="T0" fmla="*/ 619 w 649"/>
              <a:gd name="T1" fmla="*/ 5 h 422"/>
              <a:gd name="T2" fmla="*/ 544 w 649"/>
              <a:gd name="T3" fmla="*/ 4 h 422"/>
              <a:gd name="T4" fmla="*/ 466 w 649"/>
              <a:gd name="T5" fmla="*/ 122 h 422"/>
              <a:gd name="T6" fmla="*/ 369 w 649"/>
              <a:gd name="T7" fmla="*/ 270 h 422"/>
              <a:gd name="T8" fmla="*/ 281 w 649"/>
              <a:gd name="T9" fmla="*/ 270 h 422"/>
              <a:gd name="T10" fmla="*/ 184 w 649"/>
              <a:gd name="T11" fmla="*/ 122 h 422"/>
              <a:gd name="T12" fmla="*/ 103 w 649"/>
              <a:gd name="T13" fmla="*/ 0 h 422"/>
              <a:gd name="T14" fmla="*/ 103 w 649"/>
              <a:gd name="T15" fmla="*/ 0 h 422"/>
              <a:gd name="T16" fmla="*/ 73 w 649"/>
              <a:gd name="T17" fmla="*/ 70 h 422"/>
              <a:gd name="T18" fmla="*/ 0 w 649"/>
              <a:gd name="T19" fmla="*/ 70 h 422"/>
              <a:gd name="T20" fmla="*/ 177 w 649"/>
              <a:gd name="T21" fmla="*/ 338 h 422"/>
              <a:gd name="T22" fmla="*/ 289 w 649"/>
              <a:gd name="T23" fmla="*/ 418 h 422"/>
              <a:gd name="T24" fmla="*/ 321 w 649"/>
              <a:gd name="T25" fmla="*/ 422 h 422"/>
              <a:gd name="T26" fmla="*/ 325 w 649"/>
              <a:gd name="T27" fmla="*/ 422 h 422"/>
              <a:gd name="T28" fmla="*/ 473 w 649"/>
              <a:gd name="T29" fmla="*/ 338 h 422"/>
              <a:gd name="T30" fmla="*/ 649 w 649"/>
              <a:gd name="T31" fmla="*/ 71 h 422"/>
              <a:gd name="T32" fmla="*/ 619 w 649"/>
              <a:gd name="T33" fmla="*/ 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9" h="422">
                <a:moveTo>
                  <a:pt x="619" y="5"/>
                </a:moveTo>
                <a:cubicBezTo>
                  <a:pt x="544" y="4"/>
                  <a:pt x="544" y="4"/>
                  <a:pt x="544" y="4"/>
                </a:cubicBezTo>
                <a:cubicBezTo>
                  <a:pt x="520" y="40"/>
                  <a:pt x="487" y="90"/>
                  <a:pt x="466" y="122"/>
                </a:cubicBezTo>
                <a:cubicBezTo>
                  <a:pt x="369" y="270"/>
                  <a:pt x="369" y="270"/>
                  <a:pt x="369" y="270"/>
                </a:cubicBezTo>
                <a:cubicBezTo>
                  <a:pt x="345" y="306"/>
                  <a:pt x="305" y="306"/>
                  <a:pt x="281" y="270"/>
                </a:cubicBezTo>
                <a:cubicBezTo>
                  <a:pt x="184" y="122"/>
                  <a:pt x="184" y="122"/>
                  <a:pt x="184" y="122"/>
                </a:cubicBezTo>
                <a:cubicBezTo>
                  <a:pt x="162" y="89"/>
                  <a:pt x="127" y="36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73" y="70"/>
                  <a:pt x="73" y="70"/>
                  <a:pt x="73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177" y="338"/>
                  <a:pt x="177" y="338"/>
                  <a:pt x="177" y="338"/>
                </a:cubicBezTo>
                <a:cubicBezTo>
                  <a:pt x="205" y="380"/>
                  <a:pt x="244" y="408"/>
                  <a:pt x="289" y="418"/>
                </a:cubicBezTo>
                <a:cubicBezTo>
                  <a:pt x="321" y="422"/>
                  <a:pt x="321" y="422"/>
                  <a:pt x="321" y="422"/>
                </a:cubicBezTo>
                <a:cubicBezTo>
                  <a:pt x="323" y="422"/>
                  <a:pt x="324" y="422"/>
                  <a:pt x="325" y="422"/>
                </a:cubicBezTo>
                <a:cubicBezTo>
                  <a:pt x="384" y="422"/>
                  <a:pt x="438" y="391"/>
                  <a:pt x="473" y="338"/>
                </a:cubicBezTo>
                <a:cubicBezTo>
                  <a:pt x="649" y="71"/>
                  <a:pt x="649" y="71"/>
                  <a:pt x="649" y="71"/>
                </a:cubicBezTo>
                <a:lnTo>
                  <a:pt x="619" y="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4C3F250A-41FB-4B11-972A-B8805532E5BB}"/>
              </a:ext>
            </a:extLst>
          </p:cNvPr>
          <p:cNvSpPr>
            <a:spLocks/>
          </p:cNvSpPr>
          <p:nvPr userDrawn="1"/>
        </p:nvSpPr>
        <p:spPr bwMode="auto">
          <a:xfrm>
            <a:off x="4140842" y="3709552"/>
            <a:ext cx="2073817" cy="1351903"/>
          </a:xfrm>
          <a:custGeom>
            <a:avLst/>
            <a:gdLst>
              <a:gd name="T0" fmla="*/ 618 w 649"/>
              <a:gd name="T1" fmla="*/ 6 h 422"/>
              <a:gd name="T2" fmla="*/ 544 w 649"/>
              <a:gd name="T3" fmla="*/ 5 h 422"/>
              <a:gd name="T4" fmla="*/ 466 w 649"/>
              <a:gd name="T5" fmla="*/ 122 h 422"/>
              <a:gd name="T6" fmla="*/ 369 w 649"/>
              <a:gd name="T7" fmla="*/ 270 h 422"/>
              <a:gd name="T8" fmla="*/ 281 w 649"/>
              <a:gd name="T9" fmla="*/ 270 h 422"/>
              <a:gd name="T10" fmla="*/ 183 w 649"/>
              <a:gd name="T11" fmla="*/ 122 h 422"/>
              <a:gd name="T12" fmla="*/ 103 w 649"/>
              <a:gd name="T13" fmla="*/ 0 h 422"/>
              <a:gd name="T14" fmla="*/ 103 w 649"/>
              <a:gd name="T15" fmla="*/ 0 h 422"/>
              <a:gd name="T16" fmla="*/ 73 w 649"/>
              <a:gd name="T17" fmla="*/ 70 h 422"/>
              <a:gd name="T18" fmla="*/ 0 w 649"/>
              <a:gd name="T19" fmla="*/ 70 h 422"/>
              <a:gd name="T20" fmla="*/ 177 w 649"/>
              <a:gd name="T21" fmla="*/ 339 h 422"/>
              <a:gd name="T22" fmla="*/ 288 w 649"/>
              <a:gd name="T23" fmla="*/ 418 h 422"/>
              <a:gd name="T24" fmla="*/ 321 w 649"/>
              <a:gd name="T25" fmla="*/ 422 h 422"/>
              <a:gd name="T26" fmla="*/ 325 w 649"/>
              <a:gd name="T27" fmla="*/ 422 h 422"/>
              <a:gd name="T28" fmla="*/ 473 w 649"/>
              <a:gd name="T29" fmla="*/ 339 h 422"/>
              <a:gd name="T30" fmla="*/ 649 w 649"/>
              <a:gd name="T31" fmla="*/ 72 h 422"/>
              <a:gd name="T32" fmla="*/ 618 w 649"/>
              <a:gd name="T33" fmla="*/ 6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9" h="422">
                <a:moveTo>
                  <a:pt x="618" y="6"/>
                </a:moveTo>
                <a:cubicBezTo>
                  <a:pt x="544" y="5"/>
                  <a:pt x="544" y="5"/>
                  <a:pt x="544" y="5"/>
                </a:cubicBezTo>
                <a:cubicBezTo>
                  <a:pt x="520" y="41"/>
                  <a:pt x="487" y="90"/>
                  <a:pt x="466" y="122"/>
                </a:cubicBezTo>
                <a:cubicBezTo>
                  <a:pt x="369" y="270"/>
                  <a:pt x="369" y="270"/>
                  <a:pt x="369" y="270"/>
                </a:cubicBezTo>
                <a:cubicBezTo>
                  <a:pt x="344" y="307"/>
                  <a:pt x="305" y="307"/>
                  <a:pt x="281" y="270"/>
                </a:cubicBezTo>
                <a:cubicBezTo>
                  <a:pt x="183" y="122"/>
                  <a:pt x="183" y="122"/>
                  <a:pt x="183" y="122"/>
                </a:cubicBezTo>
                <a:cubicBezTo>
                  <a:pt x="162" y="89"/>
                  <a:pt x="127" y="37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73" y="70"/>
                  <a:pt x="73" y="70"/>
                  <a:pt x="73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177" y="339"/>
                  <a:pt x="177" y="339"/>
                  <a:pt x="177" y="339"/>
                </a:cubicBezTo>
                <a:cubicBezTo>
                  <a:pt x="205" y="381"/>
                  <a:pt x="244" y="409"/>
                  <a:pt x="288" y="418"/>
                </a:cubicBezTo>
                <a:cubicBezTo>
                  <a:pt x="321" y="422"/>
                  <a:pt x="321" y="422"/>
                  <a:pt x="321" y="422"/>
                </a:cubicBezTo>
                <a:cubicBezTo>
                  <a:pt x="322" y="422"/>
                  <a:pt x="324" y="422"/>
                  <a:pt x="325" y="422"/>
                </a:cubicBezTo>
                <a:cubicBezTo>
                  <a:pt x="384" y="422"/>
                  <a:pt x="438" y="392"/>
                  <a:pt x="473" y="339"/>
                </a:cubicBezTo>
                <a:cubicBezTo>
                  <a:pt x="649" y="72"/>
                  <a:pt x="649" y="72"/>
                  <a:pt x="649" y="72"/>
                </a:cubicBezTo>
                <a:lnTo>
                  <a:pt x="618" y="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grpSp>
        <p:nvGrpSpPr>
          <p:cNvPr id="56" name="Group 262">
            <a:extLst>
              <a:ext uri="{FF2B5EF4-FFF2-40B4-BE49-F238E27FC236}">
                <a16:creationId xmlns:a16="http://schemas.microsoft.com/office/drawing/2014/main" id="{C1FF05BC-1B79-4A1F-9E69-37148B005174}"/>
              </a:ext>
            </a:extLst>
          </p:cNvPr>
          <p:cNvGrpSpPr/>
          <p:nvPr/>
        </p:nvGrpSpPr>
        <p:grpSpPr>
          <a:xfrm>
            <a:off x="1415652" y="2403888"/>
            <a:ext cx="565958" cy="579291"/>
            <a:chOff x="1553007" y="2757488"/>
            <a:chExt cx="453923" cy="339623"/>
          </a:xfrm>
        </p:grpSpPr>
        <p:cxnSp>
          <p:nvCxnSpPr>
            <p:cNvPr id="58" name="Straight Connector 264">
              <a:extLst>
                <a:ext uri="{FF2B5EF4-FFF2-40B4-BE49-F238E27FC236}">
                  <a16:creationId xmlns:a16="http://schemas.microsoft.com/office/drawing/2014/main" id="{851E8817-5DB4-4E64-A6C0-898F1688F287}"/>
                </a:ext>
              </a:extLst>
            </p:cNvPr>
            <p:cNvCxnSpPr/>
            <p:nvPr/>
          </p:nvCxnSpPr>
          <p:spPr>
            <a:xfrm>
              <a:off x="1779969" y="2757488"/>
              <a:ext cx="0" cy="3396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59" name="Straight Connector 265">
              <a:extLst>
                <a:ext uri="{FF2B5EF4-FFF2-40B4-BE49-F238E27FC236}">
                  <a16:creationId xmlns:a16="http://schemas.microsoft.com/office/drawing/2014/main" id="{E062263A-9561-4E98-B0BE-9D9D6AE4EF9E}"/>
                </a:ext>
              </a:extLst>
            </p:cNvPr>
            <p:cNvCxnSpPr/>
            <p:nvPr/>
          </p:nvCxnSpPr>
          <p:spPr>
            <a:xfrm rot="16200000">
              <a:off x="1779969" y="2530526"/>
              <a:ext cx="0" cy="4539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</p:grpSp>
      <p:grpSp>
        <p:nvGrpSpPr>
          <p:cNvPr id="61" name="Group 267">
            <a:extLst>
              <a:ext uri="{FF2B5EF4-FFF2-40B4-BE49-F238E27FC236}">
                <a16:creationId xmlns:a16="http://schemas.microsoft.com/office/drawing/2014/main" id="{56F3A78A-0248-4E39-90B8-86824A4B932B}"/>
              </a:ext>
            </a:extLst>
          </p:cNvPr>
          <p:cNvGrpSpPr/>
          <p:nvPr/>
        </p:nvGrpSpPr>
        <p:grpSpPr>
          <a:xfrm>
            <a:off x="4896800" y="2409023"/>
            <a:ext cx="565958" cy="582666"/>
            <a:chOff x="1553007" y="2757488"/>
            <a:chExt cx="453923" cy="339623"/>
          </a:xfrm>
        </p:grpSpPr>
        <p:cxnSp>
          <p:nvCxnSpPr>
            <p:cNvPr id="63" name="Straight Connector 269">
              <a:extLst>
                <a:ext uri="{FF2B5EF4-FFF2-40B4-BE49-F238E27FC236}">
                  <a16:creationId xmlns:a16="http://schemas.microsoft.com/office/drawing/2014/main" id="{20705C79-5855-42E6-B488-35267A818897}"/>
                </a:ext>
              </a:extLst>
            </p:cNvPr>
            <p:cNvCxnSpPr/>
            <p:nvPr/>
          </p:nvCxnSpPr>
          <p:spPr>
            <a:xfrm>
              <a:off x="1779969" y="2757488"/>
              <a:ext cx="0" cy="3396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64" name="Straight Connector 270">
              <a:extLst>
                <a:ext uri="{FF2B5EF4-FFF2-40B4-BE49-F238E27FC236}">
                  <a16:creationId xmlns:a16="http://schemas.microsoft.com/office/drawing/2014/main" id="{80E217E2-BE26-45C8-8C59-6DC8A6FB802B}"/>
                </a:ext>
              </a:extLst>
            </p:cNvPr>
            <p:cNvCxnSpPr/>
            <p:nvPr/>
          </p:nvCxnSpPr>
          <p:spPr>
            <a:xfrm rot="16200000">
              <a:off x="1779969" y="2530526"/>
              <a:ext cx="0" cy="4539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</p:grpSp>
      <p:grpSp>
        <p:nvGrpSpPr>
          <p:cNvPr id="66" name="Group 272">
            <a:extLst>
              <a:ext uri="{FF2B5EF4-FFF2-40B4-BE49-F238E27FC236}">
                <a16:creationId xmlns:a16="http://schemas.microsoft.com/office/drawing/2014/main" id="{D55DAD98-8E83-4050-9D1D-8FAFC9F4B8AC}"/>
              </a:ext>
            </a:extLst>
          </p:cNvPr>
          <p:cNvGrpSpPr/>
          <p:nvPr/>
        </p:nvGrpSpPr>
        <p:grpSpPr>
          <a:xfrm>
            <a:off x="8377948" y="2393523"/>
            <a:ext cx="565958" cy="572480"/>
            <a:chOff x="1553007" y="2757488"/>
            <a:chExt cx="453923" cy="339623"/>
          </a:xfrm>
        </p:grpSpPr>
        <p:cxnSp>
          <p:nvCxnSpPr>
            <p:cNvPr id="68" name="Straight Connector 274">
              <a:extLst>
                <a:ext uri="{FF2B5EF4-FFF2-40B4-BE49-F238E27FC236}">
                  <a16:creationId xmlns:a16="http://schemas.microsoft.com/office/drawing/2014/main" id="{A2505C5E-898D-43FD-BD44-6B19592341E1}"/>
                </a:ext>
              </a:extLst>
            </p:cNvPr>
            <p:cNvCxnSpPr/>
            <p:nvPr/>
          </p:nvCxnSpPr>
          <p:spPr>
            <a:xfrm>
              <a:off x="1779969" y="2757488"/>
              <a:ext cx="0" cy="3396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69" name="Straight Connector 275">
              <a:extLst>
                <a:ext uri="{FF2B5EF4-FFF2-40B4-BE49-F238E27FC236}">
                  <a16:creationId xmlns:a16="http://schemas.microsoft.com/office/drawing/2014/main" id="{45E88E4B-4EF5-48F7-870A-66B683E1DE0D}"/>
                </a:ext>
              </a:extLst>
            </p:cNvPr>
            <p:cNvCxnSpPr/>
            <p:nvPr/>
          </p:nvCxnSpPr>
          <p:spPr>
            <a:xfrm rot="16200000">
              <a:off x="1779969" y="2530526"/>
              <a:ext cx="0" cy="453923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80" name="Freeform 11">
            <a:extLst>
              <a:ext uri="{FF2B5EF4-FFF2-40B4-BE49-F238E27FC236}">
                <a16:creationId xmlns:a16="http://schemas.microsoft.com/office/drawing/2014/main" id="{900D1395-1A21-45E9-8998-033E0640F67B}"/>
              </a:ext>
            </a:extLst>
          </p:cNvPr>
          <p:cNvSpPr>
            <a:spLocks/>
          </p:cNvSpPr>
          <p:nvPr userDrawn="1"/>
        </p:nvSpPr>
        <p:spPr bwMode="auto">
          <a:xfrm>
            <a:off x="9190455" y="3037152"/>
            <a:ext cx="2240102" cy="1702046"/>
          </a:xfrm>
          <a:custGeom>
            <a:avLst/>
            <a:gdLst>
              <a:gd name="T0" fmla="*/ 271 w 701"/>
              <a:gd name="T1" fmla="*/ 531 h 531"/>
              <a:gd name="T2" fmla="*/ 430 w 701"/>
              <a:gd name="T3" fmla="*/ 531 h 531"/>
              <a:gd name="T4" fmla="*/ 641 w 701"/>
              <a:gd name="T5" fmla="*/ 531 h 531"/>
              <a:gd name="T6" fmla="*/ 677 w 701"/>
              <a:gd name="T7" fmla="*/ 465 h 531"/>
              <a:gd name="T8" fmla="*/ 579 w 701"/>
              <a:gd name="T9" fmla="*/ 317 h 531"/>
              <a:gd name="T10" fmla="*/ 492 w 701"/>
              <a:gd name="T11" fmla="*/ 184 h 531"/>
              <a:gd name="T12" fmla="*/ 394 w 701"/>
              <a:gd name="T13" fmla="*/ 36 h 531"/>
              <a:gd name="T14" fmla="*/ 307 w 701"/>
              <a:gd name="T15" fmla="*/ 36 h 531"/>
              <a:gd name="T16" fmla="*/ 209 w 701"/>
              <a:gd name="T17" fmla="*/ 184 h 531"/>
              <a:gd name="T18" fmla="*/ 122 w 701"/>
              <a:gd name="T19" fmla="*/ 317 h 531"/>
              <a:gd name="T20" fmla="*/ 24 w 701"/>
              <a:gd name="T21" fmla="*/ 465 h 531"/>
              <a:gd name="T22" fmla="*/ 60 w 701"/>
              <a:gd name="T23" fmla="*/ 531 h 531"/>
              <a:gd name="T24" fmla="*/ 271 w 701"/>
              <a:gd name="T25" fmla="*/ 531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1" h="531">
                <a:moveTo>
                  <a:pt x="271" y="531"/>
                </a:moveTo>
                <a:cubicBezTo>
                  <a:pt x="315" y="531"/>
                  <a:pt x="386" y="531"/>
                  <a:pt x="430" y="531"/>
                </a:cubicBezTo>
                <a:cubicBezTo>
                  <a:pt x="641" y="531"/>
                  <a:pt x="641" y="531"/>
                  <a:pt x="641" y="531"/>
                </a:cubicBezTo>
                <a:cubicBezTo>
                  <a:pt x="685" y="531"/>
                  <a:pt x="701" y="501"/>
                  <a:pt x="677" y="465"/>
                </a:cubicBezTo>
                <a:cubicBezTo>
                  <a:pt x="579" y="317"/>
                  <a:pt x="579" y="317"/>
                  <a:pt x="579" y="317"/>
                </a:cubicBezTo>
                <a:cubicBezTo>
                  <a:pt x="555" y="280"/>
                  <a:pt x="516" y="221"/>
                  <a:pt x="492" y="184"/>
                </a:cubicBezTo>
                <a:cubicBezTo>
                  <a:pt x="394" y="36"/>
                  <a:pt x="394" y="36"/>
                  <a:pt x="394" y="36"/>
                </a:cubicBezTo>
                <a:cubicBezTo>
                  <a:pt x="370" y="0"/>
                  <a:pt x="331" y="0"/>
                  <a:pt x="307" y="36"/>
                </a:cubicBezTo>
                <a:cubicBezTo>
                  <a:pt x="209" y="184"/>
                  <a:pt x="209" y="184"/>
                  <a:pt x="209" y="184"/>
                </a:cubicBezTo>
                <a:cubicBezTo>
                  <a:pt x="185" y="221"/>
                  <a:pt x="146" y="280"/>
                  <a:pt x="122" y="317"/>
                </a:cubicBezTo>
                <a:cubicBezTo>
                  <a:pt x="24" y="465"/>
                  <a:pt x="24" y="465"/>
                  <a:pt x="24" y="465"/>
                </a:cubicBezTo>
                <a:cubicBezTo>
                  <a:pt x="0" y="501"/>
                  <a:pt x="16" y="531"/>
                  <a:pt x="60" y="531"/>
                </a:cubicBezTo>
                <a:lnTo>
                  <a:pt x="271" y="531"/>
                </a:lnTo>
                <a:close/>
              </a:path>
            </a:pathLst>
          </a:custGeom>
          <a:solidFill>
            <a:sysClr val="window" lastClr="FFFFFF"/>
          </a:solidFill>
          <a:ln w="14288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81" name="Freeform 20">
            <a:extLst>
              <a:ext uri="{FF2B5EF4-FFF2-40B4-BE49-F238E27FC236}">
                <a16:creationId xmlns:a16="http://schemas.microsoft.com/office/drawing/2014/main" id="{0D0FDCC5-8157-4D7A-B640-291F21DF62A3}"/>
              </a:ext>
            </a:extLst>
          </p:cNvPr>
          <p:cNvSpPr>
            <a:spLocks/>
          </p:cNvSpPr>
          <p:nvPr userDrawn="1"/>
        </p:nvSpPr>
        <p:spPr bwMode="auto">
          <a:xfrm>
            <a:off x="9263457" y="2661323"/>
            <a:ext cx="2077873" cy="1353255"/>
          </a:xfrm>
          <a:custGeom>
            <a:avLst/>
            <a:gdLst>
              <a:gd name="T0" fmla="*/ 327 w 650"/>
              <a:gd name="T1" fmla="*/ 0 h 422"/>
              <a:gd name="T2" fmla="*/ 179 w 650"/>
              <a:gd name="T3" fmla="*/ 83 h 422"/>
              <a:gd name="T4" fmla="*/ 0 w 650"/>
              <a:gd name="T5" fmla="*/ 356 h 422"/>
              <a:gd name="T6" fmla="*/ 105 w 650"/>
              <a:gd name="T7" fmla="*/ 422 h 422"/>
              <a:gd name="T8" fmla="*/ 186 w 650"/>
              <a:gd name="T9" fmla="*/ 300 h 422"/>
              <a:gd name="T10" fmla="*/ 284 w 650"/>
              <a:gd name="T11" fmla="*/ 152 h 422"/>
              <a:gd name="T12" fmla="*/ 371 w 650"/>
              <a:gd name="T13" fmla="*/ 152 h 422"/>
              <a:gd name="T14" fmla="*/ 469 w 650"/>
              <a:gd name="T15" fmla="*/ 300 h 422"/>
              <a:gd name="T16" fmla="*/ 547 w 650"/>
              <a:gd name="T17" fmla="*/ 419 h 422"/>
              <a:gd name="T18" fmla="*/ 620 w 650"/>
              <a:gd name="T19" fmla="*/ 419 h 422"/>
              <a:gd name="T20" fmla="*/ 650 w 650"/>
              <a:gd name="T21" fmla="*/ 348 h 422"/>
              <a:gd name="T22" fmla="*/ 650 w 650"/>
              <a:gd name="T23" fmla="*/ 348 h 422"/>
              <a:gd name="T24" fmla="*/ 475 w 650"/>
              <a:gd name="T25" fmla="*/ 83 h 422"/>
              <a:gd name="T26" fmla="*/ 327 w 650"/>
              <a:gd name="T27" fmla="*/ 0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50" h="422">
                <a:moveTo>
                  <a:pt x="327" y="0"/>
                </a:moveTo>
                <a:cubicBezTo>
                  <a:pt x="268" y="0"/>
                  <a:pt x="214" y="30"/>
                  <a:pt x="179" y="83"/>
                </a:cubicBezTo>
                <a:cubicBezTo>
                  <a:pt x="0" y="356"/>
                  <a:pt x="0" y="356"/>
                  <a:pt x="0" y="356"/>
                </a:cubicBezTo>
                <a:cubicBezTo>
                  <a:pt x="105" y="422"/>
                  <a:pt x="105" y="422"/>
                  <a:pt x="105" y="422"/>
                </a:cubicBezTo>
                <a:cubicBezTo>
                  <a:pt x="129" y="386"/>
                  <a:pt x="164" y="333"/>
                  <a:pt x="186" y="300"/>
                </a:cubicBezTo>
                <a:cubicBezTo>
                  <a:pt x="284" y="152"/>
                  <a:pt x="284" y="152"/>
                  <a:pt x="284" y="152"/>
                </a:cubicBezTo>
                <a:cubicBezTo>
                  <a:pt x="308" y="115"/>
                  <a:pt x="347" y="115"/>
                  <a:pt x="371" y="152"/>
                </a:cubicBezTo>
                <a:cubicBezTo>
                  <a:pt x="469" y="300"/>
                  <a:pt x="469" y="300"/>
                  <a:pt x="469" y="300"/>
                </a:cubicBezTo>
                <a:cubicBezTo>
                  <a:pt x="490" y="332"/>
                  <a:pt x="523" y="382"/>
                  <a:pt x="547" y="419"/>
                </a:cubicBezTo>
                <a:cubicBezTo>
                  <a:pt x="620" y="419"/>
                  <a:pt x="620" y="419"/>
                  <a:pt x="620" y="419"/>
                </a:cubicBezTo>
                <a:cubicBezTo>
                  <a:pt x="650" y="348"/>
                  <a:pt x="650" y="348"/>
                  <a:pt x="650" y="348"/>
                </a:cubicBezTo>
                <a:cubicBezTo>
                  <a:pt x="650" y="348"/>
                  <a:pt x="650" y="348"/>
                  <a:pt x="650" y="348"/>
                </a:cubicBezTo>
                <a:cubicBezTo>
                  <a:pt x="475" y="83"/>
                  <a:pt x="475" y="83"/>
                  <a:pt x="475" y="83"/>
                </a:cubicBezTo>
                <a:cubicBezTo>
                  <a:pt x="440" y="30"/>
                  <a:pt x="386" y="0"/>
                  <a:pt x="327" y="0"/>
                </a:cubicBezTo>
                <a:close/>
              </a:path>
            </a:pathLst>
          </a:custGeom>
          <a:solidFill>
            <a:srgbClr val="EE6600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89" name="Freeform 18">
            <a:extLst>
              <a:ext uri="{FF2B5EF4-FFF2-40B4-BE49-F238E27FC236}">
                <a16:creationId xmlns:a16="http://schemas.microsoft.com/office/drawing/2014/main" id="{311807B7-DB20-4B76-BA30-38CAF524283B}"/>
              </a:ext>
            </a:extLst>
          </p:cNvPr>
          <p:cNvSpPr>
            <a:spLocks/>
          </p:cNvSpPr>
          <p:nvPr userDrawn="1"/>
        </p:nvSpPr>
        <p:spPr bwMode="auto">
          <a:xfrm>
            <a:off x="7605084" y="3677003"/>
            <a:ext cx="2056636" cy="1392161"/>
          </a:xfrm>
          <a:custGeom>
            <a:avLst/>
            <a:gdLst>
              <a:gd name="T0" fmla="*/ 618 w 649"/>
              <a:gd name="T1" fmla="*/ 6 h 422"/>
              <a:gd name="T2" fmla="*/ 544 w 649"/>
              <a:gd name="T3" fmla="*/ 5 h 422"/>
              <a:gd name="T4" fmla="*/ 466 w 649"/>
              <a:gd name="T5" fmla="*/ 122 h 422"/>
              <a:gd name="T6" fmla="*/ 369 w 649"/>
              <a:gd name="T7" fmla="*/ 270 h 422"/>
              <a:gd name="T8" fmla="*/ 281 w 649"/>
              <a:gd name="T9" fmla="*/ 270 h 422"/>
              <a:gd name="T10" fmla="*/ 183 w 649"/>
              <a:gd name="T11" fmla="*/ 122 h 422"/>
              <a:gd name="T12" fmla="*/ 103 w 649"/>
              <a:gd name="T13" fmla="*/ 0 h 422"/>
              <a:gd name="T14" fmla="*/ 103 w 649"/>
              <a:gd name="T15" fmla="*/ 0 h 422"/>
              <a:gd name="T16" fmla="*/ 73 w 649"/>
              <a:gd name="T17" fmla="*/ 70 h 422"/>
              <a:gd name="T18" fmla="*/ 0 w 649"/>
              <a:gd name="T19" fmla="*/ 70 h 422"/>
              <a:gd name="T20" fmla="*/ 177 w 649"/>
              <a:gd name="T21" fmla="*/ 339 h 422"/>
              <a:gd name="T22" fmla="*/ 288 w 649"/>
              <a:gd name="T23" fmla="*/ 418 h 422"/>
              <a:gd name="T24" fmla="*/ 321 w 649"/>
              <a:gd name="T25" fmla="*/ 422 h 422"/>
              <a:gd name="T26" fmla="*/ 325 w 649"/>
              <a:gd name="T27" fmla="*/ 422 h 422"/>
              <a:gd name="T28" fmla="*/ 473 w 649"/>
              <a:gd name="T29" fmla="*/ 339 h 422"/>
              <a:gd name="T30" fmla="*/ 649 w 649"/>
              <a:gd name="T31" fmla="*/ 72 h 422"/>
              <a:gd name="T32" fmla="*/ 618 w 649"/>
              <a:gd name="T33" fmla="*/ 6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9" h="422">
                <a:moveTo>
                  <a:pt x="618" y="6"/>
                </a:moveTo>
                <a:cubicBezTo>
                  <a:pt x="544" y="5"/>
                  <a:pt x="544" y="5"/>
                  <a:pt x="544" y="5"/>
                </a:cubicBezTo>
                <a:cubicBezTo>
                  <a:pt x="520" y="41"/>
                  <a:pt x="487" y="90"/>
                  <a:pt x="466" y="122"/>
                </a:cubicBezTo>
                <a:cubicBezTo>
                  <a:pt x="369" y="270"/>
                  <a:pt x="369" y="270"/>
                  <a:pt x="369" y="270"/>
                </a:cubicBezTo>
                <a:cubicBezTo>
                  <a:pt x="344" y="307"/>
                  <a:pt x="305" y="307"/>
                  <a:pt x="281" y="270"/>
                </a:cubicBezTo>
                <a:cubicBezTo>
                  <a:pt x="183" y="122"/>
                  <a:pt x="183" y="122"/>
                  <a:pt x="183" y="122"/>
                </a:cubicBezTo>
                <a:cubicBezTo>
                  <a:pt x="162" y="89"/>
                  <a:pt x="127" y="37"/>
                  <a:pt x="103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73" y="70"/>
                  <a:pt x="73" y="70"/>
                  <a:pt x="73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177" y="339"/>
                  <a:pt x="177" y="339"/>
                  <a:pt x="177" y="339"/>
                </a:cubicBezTo>
                <a:cubicBezTo>
                  <a:pt x="205" y="381"/>
                  <a:pt x="244" y="409"/>
                  <a:pt x="288" y="418"/>
                </a:cubicBezTo>
                <a:cubicBezTo>
                  <a:pt x="321" y="422"/>
                  <a:pt x="321" y="422"/>
                  <a:pt x="321" y="422"/>
                </a:cubicBezTo>
                <a:cubicBezTo>
                  <a:pt x="322" y="422"/>
                  <a:pt x="324" y="422"/>
                  <a:pt x="325" y="422"/>
                </a:cubicBezTo>
                <a:cubicBezTo>
                  <a:pt x="384" y="422"/>
                  <a:pt x="438" y="392"/>
                  <a:pt x="473" y="339"/>
                </a:cubicBezTo>
                <a:cubicBezTo>
                  <a:pt x="649" y="72"/>
                  <a:pt x="649" y="72"/>
                  <a:pt x="649" y="72"/>
                </a:cubicBezTo>
                <a:lnTo>
                  <a:pt x="618" y="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2800" kern="0">
              <a:solidFill>
                <a:schemeClr val="tx1">
                  <a:lumMod val="50000"/>
                  <a:lumOff val="50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789FCB6-9D15-4F8B-8830-61D5413BFA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7559" y="3152072"/>
            <a:ext cx="1922148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CD95A1E0-F1A6-4D98-944E-7253E66E03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5065" y="4107781"/>
            <a:ext cx="1922148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92" name="Textplatzhalter 5">
            <a:extLst>
              <a:ext uri="{FF2B5EF4-FFF2-40B4-BE49-F238E27FC236}">
                <a16:creationId xmlns:a16="http://schemas.microsoft.com/office/drawing/2014/main" id="{A1993486-929A-4543-B63F-072390799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4323" y="3145773"/>
            <a:ext cx="1922148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93" name="Textplatzhalter 5">
            <a:extLst>
              <a:ext uri="{FF2B5EF4-FFF2-40B4-BE49-F238E27FC236}">
                <a16:creationId xmlns:a16="http://schemas.microsoft.com/office/drawing/2014/main" id="{8C989AB9-47C3-4F6D-B44A-F862E1DF09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1829" y="4101482"/>
            <a:ext cx="1922148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94" name="Textplatzhalter 5">
            <a:extLst>
              <a:ext uri="{FF2B5EF4-FFF2-40B4-BE49-F238E27FC236}">
                <a16:creationId xmlns:a16="http://schemas.microsoft.com/office/drawing/2014/main" id="{C2899334-4DC6-4AEF-B060-9C1435B6ED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90519" y="3153287"/>
            <a:ext cx="1922148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95" name="Textplatzhalter 5">
            <a:extLst>
              <a:ext uri="{FF2B5EF4-FFF2-40B4-BE49-F238E27FC236}">
                <a16:creationId xmlns:a16="http://schemas.microsoft.com/office/drawing/2014/main" id="{E77DFA7F-2399-45ED-9EAA-6C107B8F5B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35945" y="4111436"/>
            <a:ext cx="1922148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96" name="Textplatzhalter 5">
            <a:extLst>
              <a:ext uri="{FF2B5EF4-FFF2-40B4-BE49-F238E27FC236}">
                <a16:creationId xmlns:a16="http://schemas.microsoft.com/office/drawing/2014/main" id="{D07CB433-A355-467F-9847-C66FDE5B80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65193" y="3817029"/>
            <a:ext cx="662820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97" name="Textplatzhalter 5">
            <a:extLst>
              <a:ext uri="{FF2B5EF4-FFF2-40B4-BE49-F238E27FC236}">
                <a16:creationId xmlns:a16="http://schemas.microsoft.com/office/drawing/2014/main" id="{6B85DCE7-FAC1-4670-90A9-28DE4D9310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04703" y="3409491"/>
            <a:ext cx="662820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98" name="Textplatzhalter 5">
            <a:extLst>
              <a:ext uri="{FF2B5EF4-FFF2-40B4-BE49-F238E27FC236}">
                <a16:creationId xmlns:a16="http://schemas.microsoft.com/office/drawing/2014/main" id="{8496FD14-E727-47FA-96BE-50024DE236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7849" y="3820221"/>
            <a:ext cx="662820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99" name="Textplatzhalter 5">
            <a:extLst>
              <a:ext uri="{FF2B5EF4-FFF2-40B4-BE49-F238E27FC236}">
                <a16:creationId xmlns:a16="http://schemas.microsoft.com/office/drawing/2014/main" id="{8772D594-618B-442B-B924-684DEA327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87359" y="3412683"/>
            <a:ext cx="662820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100" name="Textplatzhalter 5">
            <a:extLst>
              <a:ext uri="{FF2B5EF4-FFF2-40B4-BE49-F238E27FC236}">
                <a16:creationId xmlns:a16="http://schemas.microsoft.com/office/drawing/2014/main" id="{39A6754B-F95B-4B67-B572-C7244AEA81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88017" y="3819035"/>
            <a:ext cx="662820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101" name="Textplatzhalter 5">
            <a:extLst>
              <a:ext uri="{FF2B5EF4-FFF2-40B4-BE49-F238E27FC236}">
                <a16:creationId xmlns:a16="http://schemas.microsoft.com/office/drawing/2014/main" id="{36AC1210-7084-4B51-92B7-E7771A2D09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79096" y="3411210"/>
            <a:ext cx="662820" cy="388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085B0A2-83C3-48B1-B652-7ECDF7B2E4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5876" y="1534393"/>
            <a:ext cx="2240102" cy="811498"/>
          </a:xfrm>
        </p:spPr>
        <p:txBody>
          <a:bodyPr anchor="b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102" name="Textplatzhalter 7">
            <a:extLst>
              <a:ext uri="{FF2B5EF4-FFF2-40B4-BE49-F238E27FC236}">
                <a16:creationId xmlns:a16="http://schemas.microsoft.com/office/drawing/2014/main" id="{0207C350-C08D-4FE9-A07B-87EE452365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55346" y="1534585"/>
            <a:ext cx="2240102" cy="817459"/>
          </a:xfrm>
        </p:spPr>
        <p:txBody>
          <a:bodyPr anchor="b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103" name="Textplatzhalter 7">
            <a:extLst>
              <a:ext uri="{FF2B5EF4-FFF2-40B4-BE49-F238E27FC236}">
                <a16:creationId xmlns:a16="http://schemas.microsoft.com/office/drawing/2014/main" id="{229D6EBB-BA3E-4426-A5B4-EF1FD7D389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42228" y="1529882"/>
            <a:ext cx="2240102" cy="818895"/>
          </a:xfrm>
        </p:spPr>
        <p:txBody>
          <a:bodyPr anchor="b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107" name="Textplatzhalter 7">
            <a:extLst>
              <a:ext uri="{FF2B5EF4-FFF2-40B4-BE49-F238E27FC236}">
                <a16:creationId xmlns:a16="http://schemas.microsoft.com/office/drawing/2014/main" id="{B27DEF07-F8DA-42ED-8173-0023A49866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18478" y="5344066"/>
            <a:ext cx="2240102" cy="811498"/>
          </a:xfrm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108" name="Textplatzhalter 7">
            <a:extLst>
              <a:ext uri="{FF2B5EF4-FFF2-40B4-BE49-F238E27FC236}">
                <a16:creationId xmlns:a16="http://schemas.microsoft.com/office/drawing/2014/main" id="{9D0BB25F-EA25-4AAB-89FF-8EB26F066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99627" y="5335416"/>
            <a:ext cx="2240102" cy="817459"/>
          </a:xfrm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109" name="Textplatzhalter 7">
            <a:extLst>
              <a:ext uri="{FF2B5EF4-FFF2-40B4-BE49-F238E27FC236}">
                <a16:creationId xmlns:a16="http://schemas.microsoft.com/office/drawing/2014/main" id="{B21155D7-A415-46DF-9042-23A31463EA2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3414" y="5308852"/>
            <a:ext cx="2240102" cy="81889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7" name="Textplatzhalter 10">
            <a:extLst>
              <a:ext uri="{FF2B5EF4-FFF2-40B4-BE49-F238E27FC236}">
                <a16:creationId xmlns:a16="http://schemas.microsoft.com/office/drawing/2014/main" id="{4DF09CCB-E63B-46D0-A23A-34151A2BAB45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60" name="Fußzeilenplatzhalter 48">
            <a:extLst>
              <a:ext uri="{FF2B5EF4-FFF2-40B4-BE49-F238E27FC236}">
                <a16:creationId xmlns:a16="http://schemas.microsoft.com/office/drawing/2014/main" id="{DDC0009E-8B82-409A-A434-1BFC89CD9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2" name="Datumsplatzhalter 14">
            <a:extLst>
              <a:ext uri="{FF2B5EF4-FFF2-40B4-BE49-F238E27FC236}">
                <a16:creationId xmlns:a16="http://schemas.microsoft.com/office/drawing/2014/main" id="{172D601E-11BC-4B83-8F60-E5F5D6E4EF8C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029EE854-A361-49F2-941A-CEF9C375C82D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43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3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7994D44-ED07-417C-893D-A72BD2546B08}"/>
              </a:ext>
            </a:extLst>
          </p:cNvPr>
          <p:cNvSpPr/>
          <p:nvPr userDrawn="1"/>
        </p:nvSpPr>
        <p:spPr>
          <a:xfrm>
            <a:off x="463767" y="1826089"/>
            <a:ext cx="4104000" cy="4104000"/>
          </a:xfrm>
          <a:prstGeom prst="ellipse">
            <a:avLst/>
          </a:prstGeom>
          <a:solidFill>
            <a:srgbClr val="FFFFFF"/>
          </a:solidFill>
          <a:ln>
            <a:solidFill>
              <a:srgbClr val="EE66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D91A4070-1FB9-471B-9B14-AE1F22B004F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993475910"/>
              </p:ext>
            </p:extLst>
          </p:nvPr>
        </p:nvGraphicFramePr>
        <p:xfrm>
          <a:off x="-537887" y="1861221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Ellipse 16">
            <a:extLst>
              <a:ext uri="{FF2B5EF4-FFF2-40B4-BE49-F238E27FC236}">
                <a16:creationId xmlns:a16="http://schemas.microsoft.com/office/drawing/2014/main" id="{6C2D5BE9-F90F-4D6A-8A68-C5B08FC3C8B2}"/>
              </a:ext>
            </a:extLst>
          </p:cNvPr>
          <p:cNvSpPr/>
          <p:nvPr userDrawn="1"/>
        </p:nvSpPr>
        <p:spPr>
          <a:xfrm>
            <a:off x="1187301" y="2538889"/>
            <a:ext cx="2678400" cy="26784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D829664-D4EF-4F3B-91AC-525B80B254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262" y="3192118"/>
            <a:ext cx="1361703" cy="1371942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1F144954-0403-49D6-8731-1CE4AE2E02A8}"/>
              </a:ext>
            </a:extLst>
          </p:cNvPr>
          <p:cNvSpPr/>
          <p:nvPr userDrawn="1"/>
        </p:nvSpPr>
        <p:spPr>
          <a:xfrm>
            <a:off x="3529209" y="2604508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1BC0C67-2BEF-48B7-ACE4-CF27BDEF4F38}"/>
              </a:ext>
            </a:extLst>
          </p:cNvPr>
          <p:cNvSpPr/>
          <p:nvPr userDrawn="1"/>
        </p:nvSpPr>
        <p:spPr>
          <a:xfrm>
            <a:off x="3316626" y="4822498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82270D7-9D57-4443-B3A3-A880A57B365D}"/>
              </a:ext>
            </a:extLst>
          </p:cNvPr>
          <p:cNvSpPr/>
          <p:nvPr userDrawn="1"/>
        </p:nvSpPr>
        <p:spPr>
          <a:xfrm>
            <a:off x="1169306" y="4820753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4346BBF-1706-4EB3-8F39-A8FCFC5114E4}"/>
              </a:ext>
            </a:extLst>
          </p:cNvPr>
          <p:cNvSpPr/>
          <p:nvPr userDrawn="1"/>
        </p:nvSpPr>
        <p:spPr>
          <a:xfrm>
            <a:off x="954832" y="2604508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CE7788CB-F84F-4954-8FB4-25415013907E}"/>
              </a:ext>
            </a:extLst>
          </p:cNvPr>
          <p:cNvSpPr/>
          <p:nvPr userDrawn="1"/>
        </p:nvSpPr>
        <p:spPr>
          <a:xfrm rot="5400000">
            <a:off x="2406209" y="2122924"/>
            <a:ext cx="523710" cy="297412"/>
          </a:xfrm>
          <a:prstGeom prst="triangle">
            <a:avLst/>
          </a:prstGeom>
          <a:solidFill>
            <a:srgbClr val="EE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5" name="Gleichschenkliges Dreieck 24">
            <a:extLst>
              <a:ext uri="{FF2B5EF4-FFF2-40B4-BE49-F238E27FC236}">
                <a16:creationId xmlns:a16="http://schemas.microsoft.com/office/drawing/2014/main" id="{9690E3B5-0BC2-4F3B-B19E-A1524CC05DD4}"/>
              </a:ext>
            </a:extLst>
          </p:cNvPr>
          <p:cNvSpPr/>
          <p:nvPr userDrawn="1"/>
        </p:nvSpPr>
        <p:spPr>
          <a:xfrm rot="16200000">
            <a:off x="2073305" y="5352608"/>
            <a:ext cx="557242" cy="297412"/>
          </a:xfrm>
          <a:prstGeom prst="triangle">
            <a:avLst/>
          </a:prstGeom>
          <a:solidFill>
            <a:srgbClr val="F5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E9D0A1D7-9B0F-4170-8495-4304B602C3F2}"/>
              </a:ext>
            </a:extLst>
          </p:cNvPr>
          <p:cNvSpPr/>
          <p:nvPr userDrawn="1"/>
        </p:nvSpPr>
        <p:spPr>
          <a:xfrm>
            <a:off x="628650" y="3586387"/>
            <a:ext cx="558651" cy="297412"/>
          </a:xfrm>
          <a:prstGeom prst="triangle">
            <a:avLst/>
          </a:prstGeom>
          <a:solidFill>
            <a:srgbClr val="F18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0" name="Gleichschenkliges Dreieck 29">
            <a:extLst>
              <a:ext uri="{FF2B5EF4-FFF2-40B4-BE49-F238E27FC236}">
                <a16:creationId xmlns:a16="http://schemas.microsoft.com/office/drawing/2014/main" id="{C51691FD-1E34-4D68-9344-14B62D96759E}"/>
              </a:ext>
            </a:extLst>
          </p:cNvPr>
          <p:cNvSpPr/>
          <p:nvPr userDrawn="1"/>
        </p:nvSpPr>
        <p:spPr>
          <a:xfrm rot="10800000">
            <a:off x="3865700" y="3917887"/>
            <a:ext cx="537229" cy="297412"/>
          </a:xfrm>
          <a:prstGeom prst="triangle">
            <a:avLst/>
          </a:prstGeom>
          <a:solidFill>
            <a:srgbClr val="F8C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AD3BAA7-39F6-4574-B30F-561BB6711F16}"/>
              </a:ext>
            </a:extLst>
          </p:cNvPr>
          <p:cNvSpPr/>
          <p:nvPr userDrawn="1"/>
        </p:nvSpPr>
        <p:spPr>
          <a:xfrm>
            <a:off x="5057598" y="1727657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787D11D-CB8C-4EA8-9139-2E0049B0F815}"/>
              </a:ext>
            </a:extLst>
          </p:cNvPr>
          <p:cNvSpPr/>
          <p:nvPr userDrawn="1"/>
        </p:nvSpPr>
        <p:spPr>
          <a:xfrm>
            <a:off x="5057598" y="2855471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1EB28ADA-0437-4968-BF1E-61EF25364F35}"/>
              </a:ext>
            </a:extLst>
          </p:cNvPr>
          <p:cNvSpPr/>
          <p:nvPr userDrawn="1"/>
        </p:nvSpPr>
        <p:spPr>
          <a:xfrm>
            <a:off x="5057598" y="3991600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64E7B40-9FBE-4B36-8360-4D7326F48524}"/>
              </a:ext>
            </a:extLst>
          </p:cNvPr>
          <p:cNvSpPr/>
          <p:nvPr userDrawn="1"/>
        </p:nvSpPr>
        <p:spPr>
          <a:xfrm>
            <a:off x="5057598" y="5127718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F0C15AB3-A32E-4373-9E48-2D13B5D80E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92439" y="1792500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4" name="Textplatzhalter 5">
            <a:extLst>
              <a:ext uri="{FF2B5EF4-FFF2-40B4-BE49-F238E27FC236}">
                <a16:creationId xmlns:a16="http://schemas.microsoft.com/office/drawing/2014/main" id="{CBC428EB-77D0-44A2-BB12-F167B86CA3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92438" y="2200513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5" name="Textplatzhalter 5">
            <a:extLst>
              <a:ext uri="{FF2B5EF4-FFF2-40B4-BE49-F238E27FC236}">
                <a16:creationId xmlns:a16="http://schemas.microsoft.com/office/drawing/2014/main" id="{E8E1EC53-6096-4F4C-BF91-A48D76CF9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3517" y="2925927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6" name="Textplatzhalter 5">
            <a:extLst>
              <a:ext uri="{FF2B5EF4-FFF2-40B4-BE49-F238E27FC236}">
                <a16:creationId xmlns:a16="http://schemas.microsoft.com/office/drawing/2014/main" id="{48D0AECB-0E83-4DFE-9391-0985516BDD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03516" y="3333940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7" name="Textplatzhalter 5">
            <a:extLst>
              <a:ext uri="{FF2B5EF4-FFF2-40B4-BE49-F238E27FC236}">
                <a16:creationId xmlns:a16="http://schemas.microsoft.com/office/drawing/2014/main" id="{DB5DBE82-C9E3-4C83-991B-BACC89445A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03517" y="4066593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D1649E20-BCE9-4C99-99EA-B09D368D6E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03516" y="4474606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9" name="Textplatzhalter 5">
            <a:extLst>
              <a:ext uri="{FF2B5EF4-FFF2-40B4-BE49-F238E27FC236}">
                <a16:creationId xmlns:a16="http://schemas.microsoft.com/office/drawing/2014/main" id="{FEE762BB-C760-40FC-8DD7-AE8C5CD2295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92439" y="5189508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60" name="Textplatzhalter 5">
            <a:extLst>
              <a:ext uri="{FF2B5EF4-FFF2-40B4-BE49-F238E27FC236}">
                <a16:creationId xmlns:a16="http://schemas.microsoft.com/office/drawing/2014/main" id="{FAD3DC1A-F765-43E1-94D1-EB0FAB95BA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92438" y="5597521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2" name="Textplatzhalter 10">
            <a:extLst>
              <a:ext uri="{FF2B5EF4-FFF2-40B4-BE49-F238E27FC236}">
                <a16:creationId xmlns:a16="http://schemas.microsoft.com/office/drawing/2014/main" id="{EC0A33E0-6ED1-49EF-8DAE-CA5525DFDC9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43" name="Fußzeilenplatzhalter 48">
            <a:extLst>
              <a:ext uri="{FF2B5EF4-FFF2-40B4-BE49-F238E27FC236}">
                <a16:creationId xmlns:a16="http://schemas.microsoft.com/office/drawing/2014/main" id="{BE325C24-0B3B-4FC3-90F1-D1AD0CC4B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32" name="Datumsplatzhalter 14">
            <a:extLst>
              <a:ext uri="{FF2B5EF4-FFF2-40B4-BE49-F238E27FC236}">
                <a16:creationId xmlns:a16="http://schemas.microsoft.com/office/drawing/2014/main" id="{C5BD0B53-7AFF-475A-A7C1-584108EF9649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C37E0352-AFD3-4AE7-8723-C9CECAFD7748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3397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Grafik 3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7994D44-ED07-417C-893D-A72BD2546B08}"/>
              </a:ext>
            </a:extLst>
          </p:cNvPr>
          <p:cNvSpPr/>
          <p:nvPr userDrawn="1"/>
        </p:nvSpPr>
        <p:spPr>
          <a:xfrm>
            <a:off x="463767" y="1826089"/>
            <a:ext cx="4104000" cy="4104000"/>
          </a:xfrm>
          <a:prstGeom prst="ellipse">
            <a:avLst/>
          </a:prstGeom>
          <a:solidFill>
            <a:srgbClr val="FFFFFF"/>
          </a:solidFill>
          <a:ln>
            <a:solidFill>
              <a:srgbClr val="EE66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D91A4070-1FB9-471B-9B14-AE1F22B004F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6790208"/>
              </p:ext>
            </p:extLst>
          </p:nvPr>
        </p:nvGraphicFramePr>
        <p:xfrm>
          <a:off x="-532232" y="1846089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Ellipse 16">
            <a:extLst>
              <a:ext uri="{FF2B5EF4-FFF2-40B4-BE49-F238E27FC236}">
                <a16:creationId xmlns:a16="http://schemas.microsoft.com/office/drawing/2014/main" id="{6C2D5BE9-F90F-4D6A-8A68-C5B08FC3C8B2}"/>
              </a:ext>
            </a:extLst>
          </p:cNvPr>
          <p:cNvSpPr/>
          <p:nvPr userDrawn="1"/>
        </p:nvSpPr>
        <p:spPr>
          <a:xfrm>
            <a:off x="1176568" y="2538889"/>
            <a:ext cx="2678400" cy="26784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D829664-D4EF-4F3B-91AC-525B80B254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916" y="3192118"/>
            <a:ext cx="1361703" cy="1371942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1F144954-0403-49D6-8731-1CE4AE2E02A8}"/>
              </a:ext>
            </a:extLst>
          </p:cNvPr>
          <p:cNvSpPr/>
          <p:nvPr userDrawn="1"/>
        </p:nvSpPr>
        <p:spPr>
          <a:xfrm>
            <a:off x="3202736" y="2316644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1BC0C67-2BEF-48B7-ACE4-CF27BDEF4F38}"/>
              </a:ext>
            </a:extLst>
          </p:cNvPr>
          <p:cNvSpPr/>
          <p:nvPr userDrawn="1"/>
        </p:nvSpPr>
        <p:spPr>
          <a:xfrm>
            <a:off x="3827028" y="3953458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82270D7-9D57-4443-B3A3-A880A57B365D}"/>
              </a:ext>
            </a:extLst>
          </p:cNvPr>
          <p:cNvSpPr/>
          <p:nvPr userDrawn="1"/>
        </p:nvSpPr>
        <p:spPr>
          <a:xfrm>
            <a:off x="2308216" y="5235505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4346BBF-1706-4EB3-8F39-A8FCFC5114E4}"/>
              </a:ext>
            </a:extLst>
          </p:cNvPr>
          <p:cNvSpPr/>
          <p:nvPr userDrawn="1"/>
        </p:nvSpPr>
        <p:spPr>
          <a:xfrm>
            <a:off x="700916" y="3953713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3A51F85-F001-487E-81AF-08671C72641C}"/>
              </a:ext>
            </a:extLst>
          </p:cNvPr>
          <p:cNvSpPr/>
          <p:nvPr userDrawn="1"/>
        </p:nvSpPr>
        <p:spPr>
          <a:xfrm>
            <a:off x="1368657" y="2316644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CE7788CB-F84F-4954-8FB4-25415013907E}"/>
              </a:ext>
            </a:extLst>
          </p:cNvPr>
          <p:cNvSpPr/>
          <p:nvPr userDrawn="1"/>
        </p:nvSpPr>
        <p:spPr>
          <a:xfrm rot="5400000">
            <a:off x="2438888" y="2116384"/>
            <a:ext cx="536400" cy="297412"/>
          </a:xfrm>
          <a:prstGeom prst="triangle">
            <a:avLst/>
          </a:prstGeom>
          <a:solidFill>
            <a:srgbClr val="EE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5" name="Gleichschenkliges Dreieck 24">
            <a:extLst>
              <a:ext uri="{FF2B5EF4-FFF2-40B4-BE49-F238E27FC236}">
                <a16:creationId xmlns:a16="http://schemas.microsoft.com/office/drawing/2014/main" id="{9690E3B5-0BC2-4F3B-B19E-A1524CC05DD4}"/>
              </a:ext>
            </a:extLst>
          </p:cNvPr>
          <p:cNvSpPr/>
          <p:nvPr userDrawn="1"/>
        </p:nvSpPr>
        <p:spPr>
          <a:xfrm rot="18371223">
            <a:off x="1171378" y="4939576"/>
            <a:ext cx="528783" cy="297412"/>
          </a:xfrm>
          <a:prstGeom prst="triangle">
            <a:avLst/>
          </a:prstGeom>
          <a:solidFill>
            <a:srgbClr val="F5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E9D0A1D7-9B0F-4170-8495-4304B602C3F2}"/>
              </a:ext>
            </a:extLst>
          </p:cNvPr>
          <p:cNvSpPr/>
          <p:nvPr userDrawn="1"/>
        </p:nvSpPr>
        <p:spPr>
          <a:xfrm rot="1168808">
            <a:off x="781846" y="3055880"/>
            <a:ext cx="528783" cy="297412"/>
          </a:xfrm>
          <a:prstGeom prst="triangle">
            <a:avLst/>
          </a:prstGeom>
          <a:solidFill>
            <a:srgbClr val="F18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1254EE2-8C9E-4A78-BF85-214B1495233A}"/>
              </a:ext>
            </a:extLst>
          </p:cNvPr>
          <p:cNvSpPr/>
          <p:nvPr userDrawn="1"/>
        </p:nvSpPr>
        <p:spPr>
          <a:xfrm rot="20520293">
            <a:off x="3779928" y="3327314"/>
            <a:ext cx="535362" cy="72000"/>
          </a:xfrm>
          <a:prstGeom prst="rect">
            <a:avLst/>
          </a:prstGeom>
          <a:solidFill>
            <a:srgbClr val="F8C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8" name="Gleichschenkliges Dreieck 27">
            <a:extLst>
              <a:ext uri="{FF2B5EF4-FFF2-40B4-BE49-F238E27FC236}">
                <a16:creationId xmlns:a16="http://schemas.microsoft.com/office/drawing/2014/main" id="{3A0E43D2-6DE6-4890-8BA1-462F2498B6EE}"/>
              </a:ext>
            </a:extLst>
          </p:cNvPr>
          <p:cNvSpPr/>
          <p:nvPr userDrawn="1"/>
        </p:nvSpPr>
        <p:spPr>
          <a:xfrm rot="9742196">
            <a:off x="3816439" y="3319862"/>
            <a:ext cx="528783" cy="297412"/>
          </a:xfrm>
          <a:prstGeom prst="triangle">
            <a:avLst/>
          </a:prstGeom>
          <a:solidFill>
            <a:srgbClr val="FCE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D0326CF-DCD7-469B-AD3C-3D1E355731B0}"/>
              </a:ext>
            </a:extLst>
          </p:cNvPr>
          <p:cNvSpPr/>
          <p:nvPr userDrawn="1"/>
        </p:nvSpPr>
        <p:spPr>
          <a:xfrm rot="3161461">
            <a:off x="3198790" y="5146194"/>
            <a:ext cx="534974" cy="72000"/>
          </a:xfrm>
          <a:prstGeom prst="rect">
            <a:avLst/>
          </a:prstGeom>
          <a:solidFill>
            <a:srgbClr val="F5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0" name="Gleichschenkliges Dreieck 29">
            <a:extLst>
              <a:ext uri="{FF2B5EF4-FFF2-40B4-BE49-F238E27FC236}">
                <a16:creationId xmlns:a16="http://schemas.microsoft.com/office/drawing/2014/main" id="{C51691FD-1E34-4D68-9344-14B62D96759E}"/>
              </a:ext>
            </a:extLst>
          </p:cNvPr>
          <p:cNvSpPr/>
          <p:nvPr userDrawn="1"/>
        </p:nvSpPr>
        <p:spPr>
          <a:xfrm rot="13965915">
            <a:off x="3116253" y="5105157"/>
            <a:ext cx="528783" cy="297412"/>
          </a:xfrm>
          <a:prstGeom prst="triangle">
            <a:avLst/>
          </a:prstGeom>
          <a:solidFill>
            <a:srgbClr val="F8C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03DF280-1E21-47F9-BC60-0B0AD24DB79A}"/>
              </a:ext>
            </a:extLst>
          </p:cNvPr>
          <p:cNvSpPr/>
          <p:nvPr userDrawn="1"/>
        </p:nvSpPr>
        <p:spPr>
          <a:xfrm rot="18375488">
            <a:off x="1315824" y="5159272"/>
            <a:ext cx="538313" cy="74219"/>
          </a:xfrm>
          <a:prstGeom prst="rect">
            <a:avLst/>
          </a:prstGeom>
          <a:solidFill>
            <a:srgbClr val="F5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1BD94CF-DFB6-462B-9D26-C894EBE043EE}"/>
              </a:ext>
            </a:extLst>
          </p:cNvPr>
          <p:cNvSpPr/>
          <p:nvPr userDrawn="1"/>
        </p:nvSpPr>
        <p:spPr>
          <a:xfrm rot="1170820">
            <a:off x="714199" y="3336114"/>
            <a:ext cx="540000" cy="68448"/>
          </a:xfrm>
          <a:prstGeom prst="rect">
            <a:avLst/>
          </a:prstGeom>
          <a:solidFill>
            <a:srgbClr val="F18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73B37D2-B284-407F-A61C-DA21415A7E6C}"/>
              </a:ext>
            </a:extLst>
          </p:cNvPr>
          <p:cNvSpPr/>
          <p:nvPr userDrawn="1"/>
        </p:nvSpPr>
        <p:spPr>
          <a:xfrm rot="5400000">
            <a:off x="2255958" y="2230866"/>
            <a:ext cx="536400" cy="68448"/>
          </a:xfrm>
          <a:prstGeom prst="rect">
            <a:avLst/>
          </a:prstGeom>
          <a:solidFill>
            <a:srgbClr val="EE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AD3BAA7-39F6-4574-B30F-561BB6711F16}"/>
              </a:ext>
            </a:extLst>
          </p:cNvPr>
          <p:cNvSpPr/>
          <p:nvPr userDrawn="1"/>
        </p:nvSpPr>
        <p:spPr>
          <a:xfrm>
            <a:off x="5064386" y="1455076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787D11D-CB8C-4EA8-9139-2E0049B0F815}"/>
              </a:ext>
            </a:extLst>
          </p:cNvPr>
          <p:cNvSpPr/>
          <p:nvPr userDrawn="1"/>
        </p:nvSpPr>
        <p:spPr>
          <a:xfrm>
            <a:off x="5064386" y="2458197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1EB28ADA-0437-4968-BF1E-61EF25364F35}"/>
              </a:ext>
            </a:extLst>
          </p:cNvPr>
          <p:cNvSpPr/>
          <p:nvPr userDrawn="1"/>
        </p:nvSpPr>
        <p:spPr>
          <a:xfrm>
            <a:off x="5064386" y="3461318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64E7B40-9FBE-4B36-8360-4D7326F48524}"/>
              </a:ext>
            </a:extLst>
          </p:cNvPr>
          <p:cNvSpPr/>
          <p:nvPr userDrawn="1"/>
        </p:nvSpPr>
        <p:spPr>
          <a:xfrm>
            <a:off x="5064386" y="4464439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357AA695-3477-4E1C-BF3C-6D82A497F016}"/>
              </a:ext>
            </a:extLst>
          </p:cNvPr>
          <p:cNvSpPr/>
          <p:nvPr userDrawn="1"/>
        </p:nvSpPr>
        <p:spPr>
          <a:xfrm>
            <a:off x="5064386" y="5467561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F0C15AB3-A32E-4373-9E48-2D13B5D80E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99227" y="1519919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4" name="Textplatzhalter 5">
            <a:extLst>
              <a:ext uri="{FF2B5EF4-FFF2-40B4-BE49-F238E27FC236}">
                <a16:creationId xmlns:a16="http://schemas.microsoft.com/office/drawing/2014/main" id="{CBC428EB-77D0-44A2-BB12-F167B86CA3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99226" y="1927932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5" name="Textplatzhalter 5">
            <a:extLst>
              <a:ext uri="{FF2B5EF4-FFF2-40B4-BE49-F238E27FC236}">
                <a16:creationId xmlns:a16="http://schemas.microsoft.com/office/drawing/2014/main" id="{E8E1EC53-6096-4F4C-BF91-A48D76CF9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0305" y="2528653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6" name="Textplatzhalter 5">
            <a:extLst>
              <a:ext uri="{FF2B5EF4-FFF2-40B4-BE49-F238E27FC236}">
                <a16:creationId xmlns:a16="http://schemas.microsoft.com/office/drawing/2014/main" id="{48D0AECB-0E83-4DFE-9391-0985516BDD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0304" y="2936666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7" name="Textplatzhalter 5">
            <a:extLst>
              <a:ext uri="{FF2B5EF4-FFF2-40B4-BE49-F238E27FC236}">
                <a16:creationId xmlns:a16="http://schemas.microsoft.com/office/drawing/2014/main" id="{DB5DBE82-C9E3-4C83-991B-BACC89445A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0305" y="3536311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D1649E20-BCE9-4C99-99EA-B09D368D6E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10304" y="3944324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9" name="Textplatzhalter 5">
            <a:extLst>
              <a:ext uri="{FF2B5EF4-FFF2-40B4-BE49-F238E27FC236}">
                <a16:creationId xmlns:a16="http://schemas.microsoft.com/office/drawing/2014/main" id="{FEE762BB-C760-40FC-8DD7-AE8C5CD2295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99227" y="4526229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60" name="Textplatzhalter 5">
            <a:extLst>
              <a:ext uri="{FF2B5EF4-FFF2-40B4-BE49-F238E27FC236}">
                <a16:creationId xmlns:a16="http://schemas.microsoft.com/office/drawing/2014/main" id="{FAD3DC1A-F765-43E1-94D1-EB0FAB95BA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99226" y="4934242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3AD5F98F-6B0F-4459-B5F8-11D6173C32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99227" y="5551889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62" name="Textplatzhalter 5">
            <a:extLst>
              <a:ext uri="{FF2B5EF4-FFF2-40B4-BE49-F238E27FC236}">
                <a16:creationId xmlns:a16="http://schemas.microsoft.com/office/drawing/2014/main" id="{C909B03C-07E7-45A0-8F5B-3041348120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99226" y="5959902"/>
            <a:ext cx="6364184" cy="45522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2" name="Textplatzhalter 10">
            <a:extLst>
              <a:ext uri="{FF2B5EF4-FFF2-40B4-BE49-F238E27FC236}">
                <a16:creationId xmlns:a16="http://schemas.microsoft.com/office/drawing/2014/main" id="{EC0A33E0-6ED1-49EF-8DAE-CA5525DFDC9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43" name="Fußzeilenplatzhalter 48">
            <a:extLst>
              <a:ext uri="{FF2B5EF4-FFF2-40B4-BE49-F238E27FC236}">
                <a16:creationId xmlns:a16="http://schemas.microsoft.com/office/drawing/2014/main" id="{BE325C24-0B3B-4FC3-90F1-D1AD0CC4B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5" name="Datumsplatzhalter 14">
            <a:extLst>
              <a:ext uri="{FF2B5EF4-FFF2-40B4-BE49-F238E27FC236}">
                <a16:creationId xmlns:a16="http://schemas.microsoft.com/office/drawing/2014/main" id="{0B578741-F57E-49F8-BE18-CE18CB0F0407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0B67FB37-9361-497D-A14D-19B9392E0424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622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Grafik 3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7994D44-ED07-417C-893D-A72BD2546B08}"/>
              </a:ext>
            </a:extLst>
          </p:cNvPr>
          <p:cNvSpPr/>
          <p:nvPr userDrawn="1"/>
        </p:nvSpPr>
        <p:spPr>
          <a:xfrm>
            <a:off x="463767" y="1826089"/>
            <a:ext cx="4104000" cy="4104000"/>
          </a:xfrm>
          <a:prstGeom prst="ellipse">
            <a:avLst/>
          </a:prstGeom>
          <a:solidFill>
            <a:srgbClr val="FFFFFF"/>
          </a:solidFill>
          <a:ln>
            <a:solidFill>
              <a:srgbClr val="EE66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D91A4070-1FB9-471B-9B14-AE1F22B004F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255332660"/>
              </p:ext>
            </p:extLst>
          </p:nvPr>
        </p:nvGraphicFramePr>
        <p:xfrm>
          <a:off x="-523842" y="187065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Ellipse 16">
            <a:extLst>
              <a:ext uri="{FF2B5EF4-FFF2-40B4-BE49-F238E27FC236}">
                <a16:creationId xmlns:a16="http://schemas.microsoft.com/office/drawing/2014/main" id="{6C2D5BE9-F90F-4D6A-8A68-C5B08FC3C8B2}"/>
              </a:ext>
            </a:extLst>
          </p:cNvPr>
          <p:cNvSpPr/>
          <p:nvPr userDrawn="1"/>
        </p:nvSpPr>
        <p:spPr>
          <a:xfrm>
            <a:off x="1173136" y="2541588"/>
            <a:ext cx="2678400" cy="26784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D829664-D4EF-4F3B-91AC-525B80B254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916" y="3192118"/>
            <a:ext cx="1361703" cy="1371942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1F144954-0403-49D6-8731-1CE4AE2E02A8}"/>
              </a:ext>
            </a:extLst>
          </p:cNvPr>
          <p:cNvSpPr/>
          <p:nvPr userDrawn="1"/>
        </p:nvSpPr>
        <p:spPr>
          <a:xfrm>
            <a:off x="3202736" y="2316644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tx2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1BC0C67-2BEF-48B7-ACE4-CF27BDEF4F38}"/>
              </a:ext>
            </a:extLst>
          </p:cNvPr>
          <p:cNvSpPr/>
          <p:nvPr userDrawn="1"/>
        </p:nvSpPr>
        <p:spPr>
          <a:xfrm>
            <a:off x="3840646" y="3854984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tx2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82270D7-9D57-4443-B3A3-A880A57B365D}"/>
              </a:ext>
            </a:extLst>
          </p:cNvPr>
          <p:cNvSpPr/>
          <p:nvPr userDrawn="1"/>
        </p:nvSpPr>
        <p:spPr>
          <a:xfrm>
            <a:off x="2974186" y="5062204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tx2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4346BBF-1706-4EB3-8F39-A8FCFC5114E4}"/>
              </a:ext>
            </a:extLst>
          </p:cNvPr>
          <p:cNvSpPr/>
          <p:nvPr userDrawn="1"/>
        </p:nvSpPr>
        <p:spPr>
          <a:xfrm>
            <a:off x="668766" y="3468881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3A51F85-F001-487E-81AF-08671C72641C}"/>
              </a:ext>
            </a:extLst>
          </p:cNvPr>
          <p:cNvSpPr/>
          <p:nvPr userDrawn="1"/>
        </p:nvSpPr>
        <p:spPr>
          <a:xfrm>
            <a:off x="1571447" y="2199293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CE7788CB-F84F-4954-8FB4-25415013907E}"/>
              </a:ext>
            </a:extLst>
          </p:cNvPr>
          <p:cNvSpPr/>
          <p:nvPr userDrawn="1"/>
        </p:nvSpPr>
        <p:spPr>
          <a:xfrm rot="5400000">
            <a:off x="2449687" y="2130728"/>
            <a:ext cx="514801" cy="297412"/>
          </a:xfrm>
          <a:prstGeom prst="triangle">
            <a:avLst/>
          </a:prstGeom>
          <a:solidFill>
            <a:srgbClr val="EE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5" name="Gleichschenkliges Dreieck 24">
            <a:extLst>
              <a:ext uri="{FF2B5EF4-FFF2-40B4-BE49-F238E27FC236}">
                <a16:creationId xmlns:a16="http://schemas.microsoft.com/office/drawing/2014/main" id="{9690E3B5-0BC2-4F3B-B19E-A1524CC05DD4}"/>
              </a:ext>
            </a:extLst>
          </p:cNvPr>
          <p:cNvSpPr/>
          <p:nvPr userDrawn="1"/>
        </p:nvSpPr>
        <p:spPr>
          <a:xfrm rot="19775294">
            <a:off x="756532" y="4394790"/>
            <a:ext cx="538715" cy="297412"/>
          </a:xfrm>
          <a:prstGeom prst="triangle">
            <a:avLst/>
          </a:prstGeom>
          <a:solidFill>
            <a:srgbClr val="F5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E9D0A1D7-9B0F-4170-8495-4304B602C3F2}"/>
              </a:ext>
            </a:extLst>
          </p:cNvPr>
          <p:cNvSpPr/>
          <p:nvPr userDrawn="1"/>
        </p:nvSpPr>
        <p:spPr>
          <a:xfrm rot="1768471">
            <a:off x="950926" y="2774108"/>
            <a:ext cx="520400" cy="297412"/>
          </a:xfrm>
          <a:prstGeom prst="triangle">
            <a:avLst/>
          </a:prstGeom>
          <a:solidFill>
            <a:srgbClr val="F18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1254EE2-8C9E-4A78-BF85-214B1495233A}"/>
              </a:ext>
            </a:extLst>
          </p:cNvPr>
          <p:cNvSpPr/>
          <p:nvPr userDrawn="1"/>
        </p:nvSpPr>
        <p:spPr>
          <a:xfrm rot="1856803">
            <a:off x="3636889" y="4667444"/>
            <a:ext cx="553692" cy="72000"/>
          </a:xfrm>
          <a:prstGeom prst="rect">
            <a:avLst/>
          </a:prstGeom>
          <a:solidFill>
            <a:srgbClr val="FCE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8" name="Gleichschenkliges Dreieck 27">
            <a:extLst>
              <a:ext uri="{FF2B5EF4-FFF2-40B4-BE49-F238E27FC236}">
                <a16:creationId xmlns:a16="http://schemas.microsoft.com/office/drawing/2014/main" id="{3A0E43D2-6DE6-4890-8BA1-462F2498B6EE}"/>
              </a:ext>
            </a:extLst>
          </p:cNvPr>
          <p:cNvSpPr/>
          <p:nvPr userDrawn="1"/>
        </p:nvSpPr>
        <p:spPr>
          <a:xfrm rot="12628067">
            <a:off x="3549018" y="4713625"/>
            <a:ext cx="550222" cy="297412"/>
          </a:xfrm>
          <a:prstGeom prst="triangle">
            <a:avLst/>
          </a:prstGeom>
          <a:solidFill>
            <a:srgbClr val="FCE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D0326CF-DCD7-469B-AD3C-3D1E355731B0}"/>
              </a:ext>
            </a:extLst>
          </p:cNvPr>
          <p:cNvSpPr/>
          <p:nvPr userDrawn="1"/>
        </p:nvSpPr>
        <p:spPr>
          <a:xfrm rot="8971340">
            <a:off x="851088" y="4664489"/>
            <a:ext cx="540000" cy="72000"/>
          </a:xfrm>
          <a:prstGeom prst="rect">
            <a:avLst/>
          </a:prstGeom>
          <a:solidFill>
            <a:srgbClr val="F5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0" name="Gleichschenkliges Dreieck 29">
            <a:extLst>
              <a:ext uri="{FF2B5EF4-FFF2-40B4-BE49-F238E27FC236}">
                <a16:creationId xmlns:a16="http://schemas.microsoft.com/office/drawing/2014/main" id="{C51691FD-1E34-4D68-9344-14B62D96759E}"/>
              </a:ext>
            </a:extLst>
          </p:cNvPr>
          <p:cNvSpPr/>
          <p:nvPr userDrawn="1"/>
        </p:nvSpPr>
        <p:spPr>
          <a:xfrm rot="16200000">
            <a:off x="2054735" y="5358988"/>
            <a:ext cx="551149" cy="297412"/>
          </a:xfrm>
          <a:prstGeom prst="triangle">
            <a:avLst/>
          </a:prstGeom>
          <a:solidFill>
            <a:srgbClr val="F8C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1BD94CF-DFB6-462B-9D26-C894EBE043EE}"/>
              </a:ext>
            </a:extLst>
          </p:cNvPr>
          <p:cNvSpPr/>
          <p:nvPr userDrawn="1"/>
        </p:nvSpPr>
        <p:spPr>
          <a:xfrm rot="1771672">
            <a:off x="863702" y="3047778"/>
            <a:ext cx="516590" cy="68448"/>
          </a:xfrm>
          <a:prstGeom prst="rect">
            <a:avLst/>
          </a:prstGeom>
          <a:solidFill>
            <a:srgbClr val="F18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73B37D2-B284-407F-A61C-DA21415A7E6C}"/>
              </a:ext>
            </a:extLst>
          </p:cNvPr>
          <p:cNvSpPr/>
          <p:nvPr userDrawn="1"/>
        </p:nvSpPr>
        <p:spPr>
          <a:xfrm rot="5400000">
            <a:off x="2264958" y="2242852"/>
            <a:ext cx="518400" cy="72000"/>
          </a:xfrm>
          <a:prstGeom prst="rect">
            <a:avLst/>
          </a:prstGeom>
          <a:solidFill>
            <a:srgbClr val="EE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AD3BAA7-39F6-4574-B30F-561BB6711F16}"/>
              </a:ext>
            </a:extLst>
          </p:cNvPr>
          <p:cNvSpPr/>
          <p:nvPr userDrawn="1"/>
        </p:nvSpPr>
        <p:spPr>
          <a:xfrm>
            <a:off x="5064386" y="1455076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787D11D-CB8C-4EA8-9139-2E0049B0F815}"/>
              </a:ext>
            </a:extLst>
          </p:cNvPr>
          <p:cNvSpPr/>
          <p:nvPr userDrawn="1"/>
        </p:nvSpPr>
        <p:spPr>
          <a:xfrm>
            <a:off x="5064386" y="2318127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1EB28ADA-0437-4968-BF1E-61EF25364F35}"/>
              </a:ext>
            </a:extLst>
          </p:cNvPr>
          <p:cNvSpPr/>
          <p:nvPr userDrawn="1"/>
        </p:nvSpPr>
        <p:spPr>
          <a:xfrm>
            <a:off x="5064386" y="3181178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64E7B40-9FBE-4B36-8360-4D7326F48524}"/>
              </a:ext>
            </a:extLst>
          </p:cNvPr>
          <p:cNvSpPr/>
          <p:nvPr userDrawn="1"/>
        </p:nvSpPr>
        <p:spPr>
          <a:xfrm>
            <a:off x="5064386" y="4044229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357AA695-3477-4E1C-BF3C-6D82A497F016}"/>
              </a:ext>
            </a:extLst>
          </p:cNvPr>
          <p:cNvSpPr/>
          <p:nvPr userDrawn="1"/>
        </p:nvSpPr>
        <p:spPr>
          <a:xfrm>
            <a:off x="5064386" y="4907280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F0C15AB3-A32E-4373-9E48-2D13B5D80E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99227" y="1519919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5" name="Textplatzhalter 5">
            <a:extLst>
              <a:ext uri="{FF2B5EF4-FFF2-40B4-BE49-F238E27FC236}">
                <a16:creationId xmlns:a16="http://schemas.microsoft.com/office/drawing/2014/main" id="{E8E1EC53-6096-4F4C-BF91-A48D76CF9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0305" y="2386867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7" name="Textplatzhalter 5">
            <a:extLst>
              <a:ext uri="{FF2B5EF4-FFF2-40B4-BE49-F238E27FC236}">
                <a16:creationId xmlns:a16="http://schemas.microsoft.com/office/drawing/2014/main" id="{DB5DBE82-C9E3-4C83-991B-BACC89445A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0305" y="3253815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9" name="Textplatzhalter 5">
            <a:extLst>
              <a:ext uri="{FF2B5EF4-FFF2-40B4-BE49-F238E27FC236}">
                <a16:creationId xmlns:a16="http://schemas.microsoft.com/office/drawing/2014/main" id="{FEE762BB-C760-40FC-8DD7-AE8C5CD2295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99227" y="4120763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3AD5F98F-6B0F-4459-B5F8-11D6173C32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99227" y="4987711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2" name="Textplatzhalter 10">
            <a:extLst>
              <a:ext uri="{FF2B5EF4-FFF2-40B4-BE49-F238E27FC236}">
                <a16:creationId xmlns:a16="http://schemas.microsoft.com/office/drawing/2014/main" id="{EC0A33E0-6ED1-49EF-8DAE-CA5525DFDC9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43" name="Fußzeilenplatzhalter 48">
            <a:extLst>
              <a:ext uri="{FF2B5EF4-FFF2-40B4-BE49-F238E27FC236}">
                <a16:creationId xmlns:a16="http://schemas.microsoft.com/office/drawing/2014/main" id="{BE325C24-0B3B-4FC3-90F1-D1AD0CC4B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CB16230-A5E5-4106-A0F1-A0B6153E680A}"/>
              </a:ext>
            </a:extLst>
          </p:cNvPr>
          <p:cNvSpPr/>
          <p:nvPr userDrawn="1"/>
        </p:nvSpPr>
        <p:spPr>
          <a:xfrm>
            <a:off x="5064386" y="5770332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6" name="Textplatzhalter 5">
            <a:extLst>
              <a:ext uri="{FF2B5EF4-FFF2-40B4-BE49-F238E27FC236}">
                <a16:creationId xmlns:a16="http://schemas.microsoft.com/office/drawing/2014/main" id="{AF246E58-63B2-4932-ADA5-BADE8A1DE0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99227" y="5854660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F4FBDD60-D74F-4CEC-A801-63258D768123}"/>
              </a:ext>
            </a:extLst>
          </p:cNvPr>
          <p:cNvSpPr/>
          <p:nvPr userDrawn="1"/>
        </p:nvSpPr>
        <p:spPr>
          <a:xfrm>
            <a:off x="1296061" y="4922867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1" name="Gleichschenkliges Dreieck 50">
            <a:extLst>
              <a:ext uri="{FF2B5EF4-FFF2-40B4-BE49-F238E27FC236}">
                <a16:creationId xmlns:a16="http://schemas.microsoft.com/office/drawing/2014/main" id="{B136B21C-234E-4355-9D29-845E02BC3A11}"/>
              </a:ext>
            </a:extLst>
          </p:cNvPr>
          <p:cNvSpPr/>
          <p:nvPr userDrawn="1"/>
        </p:nvSpPr>
        <p:spPr>
          <a:xfrm rot="8988672">
            <a:off x="3743233" y="3088284"/>
            <a:ext cx="528783" cy="297412"/>
          </a:xfrm>
          <a:prstGeom prst="triangle">
            <a:avLst/>
          </a:prstGeom>
          <a:solidFill>
            <a:srgbClr val="FEF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8F20E3B-31D9-41DF-9795-D2F7985A2F53}"/>
              </a:ext>
            </a:extLst>
          </p:cNvPr>
          <p:cNvSpPr/>
          <p:nvPr userDrawn="1"/>
        </p:nvSpPr>
        <p:spPr>
          <a:xfrm rot="19823668">
            <a:off x="3650643" y="3043521"/>
            <a:ext cx="535362" cy="72000"/>
          </a:xfrm>
          <a:prstGeom prst="rect">
            <a:avLst/>
          </a:prstGeom>
          <a:solidFill>
            <a:srgbClr val="FEF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D4BD286B-6BEE-4CD4-8BBD-5CFABC68DC18}"/>
              </a:ext>
            </a:extLst>
          </p:cNvPr>
          <p:cNvSpPr/>
          <p:nvPr userDrawn="1"/>
        </p:nvSpPr>
        <p:spPr>
          <a:xfrm rot="5400000">
            <a:off x="2236015" y="5468269"/>
            <a:ext cx="558000" cy="72000"/>
          </a:xfrm>
          <a:prstGeom prst="rect">
            <a:avLst/>
          </a:prstGeom>
          <a:solidFill>
            <a:srgbClr val="F8C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48" name="Datumsplatzhalter 14">
            <a:extLst>
              <a:ext uri="{FF2B5EF4-FFF2-40B4-BE49-F238E27FC236}">
                <a16:creationId xmlns:a16="http://schemas.microsoft.com/office/drawing/2014/main" id="{3A3777E6-8B64-46DA-AB91-BAF29744D7F3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1D8CFA5F-5337-4153-9F57-A6C880B586E3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477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3 (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7994D44-ED07-417C-893D-A72BD2546B08}"/>
              </a:ext>
            </a:extLst>
          </p:cNvPr>
          <p:cNvSpPr/>
          <p:nvPr userDrawn="1"/>
        </p:nvSpPr>
        <p:spPr>
          <a:xfrm>
            <a:off x="463767" y="1826089"/>
            <a:ext cx="4104000" cy="4104000"/>
          </a:xfrm>
          <a:prstGeom prst="ellipse">
            <a:avLst/>
          </a:prstGeom>
          <a:solidFill>
            <a:srgbClr val="FFFFFF"/>
          </a:solidFill>
          <a:ln>
            <a:solidFill>
              <a:srgbClr val="EE66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D91A4070-1FB9-471B-9B14-AE1F22B004F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37987267"/>
              </p:ext>
            </p:extLst>
          </p:nvPr>
        </p:nvGraphicFramePr>
        <p:xfrm>
          <a:off x="-523842" y="186372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Ellipse 16">
            <a:extLst>
              <a:ext uri="{FF2B5EF4-FFF2-40B4-BE49-F238E27FC236}">
                <a16:creationId xmlns:a16="http://schemas.microsoft.com/office/drawing/2014/main" id="{6C2D5BE9-F90F-4D6A-8A68-C5B08FC3C8B2}"/>
              </a:ext>
            </a:extLst>
          </p:cNvPr>
          <p:cNvSpPr/>
          <p:nvPr userDrawn="1"/>
        </p:nvSpPr>
        <p:spPr>
          <a:xfrm>
            <a:off x="1173136" y="2541588"/>
            <a:ext cx="2678400" cy="26784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D829664-D4EF-4F3B-91AC-525B80B254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916" y="3192118"/>
            <a:ext cx="1361703" cy="1371942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1F144954-0403-49D6-8731-1CE4AE2E02A8}"/>
              </a:ext>
            </a:extLst>
          </p:cNvPr>
          <p:cNvSpPr/>
          <p:nvPr userDrawn="1"/>
        </p:nvSpPr>
        <p:spPr>
          <a:xfrm>
            <a:off x="3042558" y="2196255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tx2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1BC0C67-2BEF-48B7-ACE4-CF27BDEF4F38}"/>
              </a:ext>
            </a:extLst>
          </p:cNvPr>
          <p:cNvSpPr/>
          <p:nvPr userDrawn="1"/>
        </p:nvSpPr>
        <p:spPr>
          <a:xfrm>
            <a:off x="3858399" y="3372760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tx2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82270D7-9D57-4443-B3A3-A880A57B365D}"/>
              </a:ext>
            </a:extLst>
          </p:cNvPr>
          <p:cNvSpPr/>
          <p:nvPr userDrawn="1"/>
        </p:nvSpPr>
        <p:spPr>
          <a:xfrm>
            <a:off x="3478425" y="4674834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tx2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4346BBF-1706-4EB3-8F39-A8FCFC5114E4}"/>
              </a:ext>
            </a:extLst>
          </p:cNvPr>
          <p:cNvSpPr/>
          <p:nvPr userDrawn="1"/>
        </p:nvSpPr>
        <p:spPr>
          <a:xfrm>
            <a:off x="1112987" y="4695723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3A51F85-F001-487E-81AF-08671C72641C}"/>
              </a:ext>
            </a:extLst>
          </p:cNvPr>
          <p:cNvSpPr/>
          <p:nvPr userDrawn="1"/>
        </p:nvSpPr>
        <p:spPr>
          <a:xfrm>
            <a:off x="684778" y="3253815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CE7788CB-F84F-4954-8FB4-25415013907E}"/>
              </a:ext>
            </a:extLst>
          </p:cNvPr>
          <p:cNvSpPr/>
          <p:nvPr userDrawn="1"/>
        </p:nvSpPr>
        <p:spPr>
          <a:xfrm rot="5400000">
            <a:off x="2418714" y="2130758"/>
            <a:ext cx="518400" cy="297412"/>
          </a:xfrm>
          <a:prstGeom prst="triangle">
            <a:avLst/>
          </a:prstGeom>
          <a:solidFill>
            <a:srgbClr val="EE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5" name="Gleichschenkliges Dreieck 24">
            <a:extLst>
              <a:ext uri="{FF2B5EF4-FFF2-40B4-BE49-F238E27FC236}">
                <a16:creationId xmlns:a16="http://schemas.microsoft.com/office/drawing/2014/main" id="{9690E3B5-0BC2-4F3B-B19E-A1524CC05DD4}"/>
              </a:ext>
            </a:extLst>
          </p:cNvPr>
          <p:cNvSpPr/>
          <p:nvPr userDrawn="1"/>
        </p:nvSpPr>
        <p:spPr>
          <a:xfrm rot="17771794">
            <a:off x="1411279" y="5126494"/>
            <a:ext cx="547119" cy="297412"/>
          </a:xfrm>
          <a:prstGeom prst="triangle">
            <a:avLst/>
          </a:prstGeom>
          <a:solidFill>
            <a:srgbClr val="F5A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E9D0A1D7-9B0F-4170-8495-4304B602C3F2}"/>
              </a:ext>
            </a:extLst>
          </p:cNvPr>
          <p:cNvSpPr/>
          <p:nvPr userDrawn="1"/>
        </p:nvSpPr>
        <p:spPr>
          <a:xfrm rot="20808503">
            <a:off x="646172" y="3952167"/>
            <a:ext cx="532466" cy="297412"/>
          </a:xfrm>
          <a:prstGeom prst="triangle">
            <a:avLst/>
          </a:prstGeom>
          <a:solidFill>
            <a:srgbClr val="F28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28" name="Gleichschenkliges Dreieck 27">
            <a:extLst>
              <a:ext uri="{FF2B5EF4-FFF2-40B4-BE49-F238E27FC236}">
                <a16:creationId xmlns:a16="http://schemas.microsoft.com/office/drawing/2014/main" id="{3A0E43D2-6DE6-4890-8BA1-462F2498B6EE}"/>
              </a:ext>
            </a:extLst>
          </p:cNvPr>
          <p:cNvSpPr/>
          <p:nvPr userDrawn="1"/>
        </p:nvSpPr>
        <p:spPr>
          <a:xfrm rot="11579487">
            <a:off x="3775063" y="4259068"/>
            <a:ext cx="558000" cy="297412"/>
          </a:xfrm>
          <a:prstGeom prst="triangle">
            <a:avLst/>
          </a:prstGeom>
          <a:solidFill>
            <a:srgbClr val="FAD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0" name="Gleichschenkliges Dreieck 29">
            <a:extLst>
              <a:ext uri="{FF2B5EF4-FFF2-40B4-BE49-F238E27FC236}">
                <a16:creationId xmlns:a16="http://schemas.microsoft.com/office/drawing/2014/main" id="{C51691FD-1E34-4D68-9344-14B62D96759E}"/>
              </a:ext>
            </a:extLst>
          </p:cNvPr>
          <p:cNvSpPr/>
          <p:nvPr userDrawn="1"/>
        </p:nvSpPr>
        <p:spPr>
          <a:xfrm rot="14666427">
            <a:off x="2802951" y="5261726"/>
            <a:ext cx="555171" cy="297412"/>
          </a:xfrm>
          <a:prstGeom prst="triangle">
            <a:avLst/>
          </a:prstGeom>
          <a:solidFill>
            <a:srgbClr val="F7B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AD3BAA7-39F6-4574-B30F-561BB6711F16}"/>
              </a:ext>
            </a:extLst>
          </p:cNvPr>
          <p:cNvSpPr/>
          <p:nvPr userDrawn="1"/>
        </p:nvSpPr>
        <p:spPr>
          <a:xfrm>
            <a:off x="5064386" y="1421824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787D11D-CB8C-4EA8-9139-2E0049B0F815}"/>
              </a:ext>
            </a:extLst>
          </p:cNvPr>
          <p:cNvSpPr/>
          <p:nvPr userDrawn="1"/>
        </p:nvSpPr>
        <p:spPr>
          <a:xfrm>
            <a:off x="5064386" y="2169180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1EB28ADA-0437-4968-BF1E-61EF25364F35}"/>
              </a:ext>
            </a:extLst>
          </p:cNvPr>
          <p:cNvSpPr/>
          <p:nvPr userDrawn="1"/>
        </p:nvSpPr>
        <p:spPr>
          <a:xfrm>
            <a:off x="5064386" y="2916536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64E7B40-9FBE-4B36-8360-4D7326F48524}"/>
              </a:ext>
            </a:extLst>
          </p:cNvPr>
          <p:cNvSpPr/>
          <p:nvPr userDrawn="1"/>
        </p:nvSpPr>
        <p:spPr>
          <a:xfrm>
            <a:off x="5064386" y="3663892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357AA695-3477-4E1C-BF3C-6D82A497F016}"/>
              </a:ext>
            </a:extLst>
          </p:cNvPr>
          <p:cNvSpPr/>
          <p:nvPr userDrawn="1"/>
        </p:nvSpPr>
        <p:spPr>
          <a:xfrm>
            <a:off x="5064386" y="4411248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F0C15AB3-A32E-4373-9E48-2D13B5D80E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99227" y="1470041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5" name="Textplatzhalter 5">
            <a:extLst>
              <a:ext uri="{FF2B5EF4-FFF2-40B4-BE49-F238E27FC236}">
                <a16:creationId xmlns:a16="http://schemas.microsoft.com/office/drawing/2014/main" id="{E8E1EC53-6096-4F4C-BF91-A48D76CF9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0305" y="2220644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7" name="Textplatzhalter 5">
            <a:extLst>
              <a:ext uri="{FF2B5EF4-FFF2-40B4-BE49-F238E27FC236}">
                <a16:creationId xmlns:a16="http://schemas.microsoft.com/office/drawing/2014/main" id="{DB5DBE82-C9E3-4C83-991B-BACC89445A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0305" y="2971247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9" name="Textplatzhalter 5">
            <a:extLst>
              <a:ext uri="{FF2B5EF4-FFF2-40B4-BE49-F238E27FC236}">
                <a16:creationId xmlns:a16="http://schemas.microsoft.com/office/drawing/2014/main" id="{FEE762BB-C760-40FC-8DD7-AE8C5CD2295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99227" y="3721850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3AD5F98F-6B0F-4459-B5F8-11D6173C32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99227" y="4472453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2" name="Textplatzhalter 10">
            <a:extLst>
              <a:ext uri="{FF2B5EF4-FFF2-40B4-BE49-F238E27FC236}">
                <a16:creationId xmlns:a16="http://schemas.microsoft.com/office/drawing/2014/main" id="{EC0A33E0-6ED1-49EF-8DAE-CA5525DFDC9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43" name="Fußzeilenplatzhalter 48">
            <a:extLst>
              <a:ext uri="{FF2B5EF4-FFF2-40B4-BE49-F238E27FC236}">
                <a16:creationId xmlns:a16="http://schemas.microsoft.com/office/drawing/2014/main" id="{BE325C24-0B3B-4FC3-90F1-D1AD0CC4B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CB16230-A5E5-4106-A0F1-A0B6153E680A}"/>
              </a:ext>
            </a:extLst>
          </p:cNvPr>
          <p:cNvSpPr/>
          <p:nvPr userDrawn="1"/>
        </p:nvSpPr>
        <p:spPr>
          <a:xfrm>
            <a:off x="5064386" y="5158604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6" name="Textplatzhalter 5">
            <a:extLst>
              <a:ext uri="{FF2B5EF4-FFF2-40B4-BE49-F238E27FC236}">
                <a16:creationId xmlns:a16="http://schemas.microsoft.com/office/drawing/2014/main" id="{AF246E58-63B2-4932-ADA5-BADE8A1DE0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99227" y="5223056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F4FBDD60-D74F-4CEC-A801-63258D768123}"/>
              </a:ext>
            </a:extLst>
          </p:cNvPr>
          <p:cNvSpPr/>
          <p:nvPr userDrawn="1"/>
        </p:nvSpPr>
        <p:spPr>
          <a:xfrm>
            <a:off x="2231264" y="5257624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1" name="Gleichschenkliges Dreieck 50">
            <a:extLst>
              <a:ext uri="{FF2B5EF4-FFF2-40B4-BE49-F238E27FC236}">
                <a16:creationId xmlns:a16="http://schemas.microsoft.com/office/drawing/2014/main" id="{B136B21C-234E-4355-9D29-845E02BC3A11}"/>
              </a:ext>
            </a:extLst>
          </p:cNvPr>
          <p:cNvSpPr/>
          <p:nvPr userDrawn="1"/>
        </p:nvSpPr>
        <p:spPr>
          <a:xfrm rot="8504827">
            <a:off x="3616355" y="2863094"/>
            <a:ext cx="534182" cy="297412"/>
          </a:xfrm>
          <a:prstGeom prst="triangle">
            <a:avLst/>
          </a:prstGeom>
          <a:solidFill>
            <a:srgbClr val="FCE8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9EFD7722-5FD1-4E06-9FA9-53D725486AEC}"/>
              </a:ext>
            </a:extLst>
          </p:cNvPr>
          <p:cNvSpPr/>
          <p:nvPr userDrawn="1"/>
        </p:nvSpPr>
        <p:spPr>
          <a:xfrm>
            <a:off x="1579177" y="2161273"/>
            <a:ext cx="518400" cy="518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b="1">
                <a:solidFill>
                  <a:schemeClr val="bg1"/>
                </a:solidFill>
                <a:latin typeface="Metropolis extra light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65" name="Gleichschenkliges Dreieck 64">
            <a:extLst>
              <a:ext uri="{FF2B5EF4-FFF2-40B4-BE49-F238E27FC236}">
                <a16:creationId xmlns:a16="http://schemas.microsoft.com/office/drawing/2014/main" id="{9EF8B9FD-7166-40C5-BDF5-245AE978C78C}"/>
              </a:ext>
            </a:extLst>
          </p:cNvPr>
          <p:cNvSpPr/>
          <p:nvPr userDrawn="1"/>
        </p:nvSpPr>
        <p:spPr>
          <a:xfrm rot="2308734">
            <a:off x="1101057" y="2609535"/>
            <a:ext cx="514837" cy="297412"/>
          </a:xfrm>
          <a:prstGeom prst="triangle">
            <a:avLst/>
          </a:prstGeom>
          <a:solidFill>
            <a:srgbClr val="F076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Metropolis extra light"/>
              <a:cs typeface="Times New Roman" panose="02020603050405020304" pitchFamily="18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CA1930BE-6999-45AA-A2A0-390FE39D367E}"/>
              </a:ext>
            </a:extLst>
          </p:cNvPr>
          <p:cNvSpPr/>
          <p:nvPr userDrawn="1"/>
        </p:nvSpPr>
        <p:spPr>
          <a:xfrm>
            <a:off x="5064386" y="5905958"/>
            <a:ext cx="518400" cy="518400"/>
          </a:xfrm>
          <a:prstGeom prst="ellipse">
            <a:avLst/>
          </a:prstGeom>
          <a:solidFill>
            <a:srgbClr val="EE66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FFFF"/>
                </a:solidFill>
                <a:latin typeface="Metropolis extra light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67" name="Textplatzhalter 5">
            <a:extLst>
              <a:ext uri="{FF2B5EF4-FFF2-40B4-BE49-F238E27FC236}">
                <a16:creationId xmlns:a16="http://schemas.microsoft.com/office/drawing/2014/main" id="{283A4A90-0C57-4ED8-8722-73D5AD1B1A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99227" y="5973660"/>
            <a:ext cx="6364184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40" name="Datumsplatzhalter 14">
            <a:extLst>
              <a:ext uri="{FF2B5EF4-FFF2-40B4-BE49-F238E27FC236}">
                <a16:creationId xmlns:a16="http://schemas.microsoft.com/office/drawing/2014/main" id="{5C2858AD-223D-43E2-9247-9C77E0293ED3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ED7292B5-B335-438E-A7A6-EDDA843CAB38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339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4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E13CD96-1A93-403F-9986-A64C0806665D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48885" y="1441451"/>
            <a:ext cx="11614525" cy="269886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Hauptebene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FEC0E17-C996-4FB4-84AF-6F2C8064F0B2}"/>
              </a:ext>
            </a:extLst>
          </p:cNvPr>
          <p:cNvSpPr/>
          <p:nvPr userDrawn="1"/>
        </p:nvSpPr>
        <p:spPr>
          <a:xfrm>
            <a:off x="1276251" y="4876537"/>
            <a:ext cx="2883159" cy="136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C200FB9-E945-44B6-9768-414AA3920237}"/>
              </a:ext>
            </a:extLst>
          </p:cNvPr>
          <p:cNvSpPr/>
          <p:nvPr userDrawn="1"/>
        </p:nvSpPr>
        <p:spPr>
          <a:xfrm>
            <a:off x="1423784" y="4387510"/>
            <a:ext cx="2883159" cy="57860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96D486A9-57A2-4197-A88E-9C550EC167B9}"/>
              </a:ext>
            </a:extLst>
          </p:cNvPr>
          <p:cNvSpPr/>
          <p:nvPr userDrawn="1"/>
        </p:nvSpPr>
        <p:spPr>
          <a:xfrm rot="5400000">
            <a:off x="4161241" y="4535834"/>
            <a:ext cx="578610" cy="281965"/>
          </a:xfrm>
          <a:prstGeom prst="triangl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666142A-0D78-4F95-B811-82A391845B69}"/>
              </a:ext>
            </a:extLst>
          </p:cNvPr>
          <p:cNvSpPr/>
          <p:nvPr userDrawn="1"/>
        </p:nvSpPr>
        <p:spPr>
          <a:xfrm>
            <a:off x="4538365" y="4876537"/>
            <a:ext cx="2883159" cy="136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BAAAEC8-107B-458C-A476-612614D329F8}"/>
              </a:ext>
            </a:extLst>
          </p:cNvPr>
          <p:cNvSpPr/>
          <p:nvPr userDrawn="1"/>
        </p:nvSpPr>
        <p:spPr>
          <a:xfrm>
            <a:off x="4683278" y="4387510"/>
            <a:ext cx="2883159" cy="57860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F51A3350-04FC-46F5-B343-41FCC1B159D6}"/>
              </a:ext>
            </a:extLst>
          </p:cNvPr>
          <p:cNvSpPr/>
          <p:nvPr userDrawn="1"/>
        </p:nvSpPr>
        <p:spPr>
          <a:xfrm rot="5400000">
            <a:off x="7420735" y="4535834"/>
            <a:ext cx="578610" cy="281965"/>
          </a:xfrm>
          <a:prstGeom prst="triangl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DBD4B3B-8C0F-4E63-8FCE-234F24F359C2}"/>
              </a:ext>
            </a:extLst>
          </p:cNvPr>
          <p:cNvSpPr/>
          <p:nvPr userDrawn="1"/>
        </p:nvSpPr>
        <p:spPr>
          <a:xfrm>
            <a:off x="7795238" y="4876537"/>
            <a:ext cx="2883159" cy="136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F1C41DF-7531-401D-A950-276180298D63}"/>
              </a:ext>
            </a:extLst>
          </p:cNvPr>
          <p:cNvSpPr/>
          <p:nvPr userDrawn="1"/>
        </p:nvSpPr>
        <p:spPr>
          <a:xfrm>
            <a:off x="7942772" y="4402022"/>
            <a:ext cx="2883159" cy="57860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9E92D3B9-2AEF-45E3-B851-A782047CA8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3784" y="4482457"/>
            <a:ext cx="2883159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A257FBD5-04E3-4529-8545-D45643FB050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76251" y="5025235"/>
            <a:ext cx="2883159" cy="122044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4C2E4FB6-81A3-4CC8-A177-D4CD6FF514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83278" y="4494857"/>
            <a:ext cx="2883159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D1FE7889-DB42-48D9-A910-389D639CDA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40151" y="4489698"/>
            <a:ext cx="2883159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32" name="Textplatzhalter 5">
            <a:extLst>
              <a:ext uri="{FF2B5EF4-FFF2-40B4-BE49-F238E27FC236}">
                <a16:creationId xmlns:a16="http://schemas.microsoft.com/office/drawing/2014/main" id="{F3EDE3DA-63E8-4AF7-B2FD-F1C0A28F9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3124" y="5025234"/>
            <a:ext cx="2883159" cy="122044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33" name="Textplatzhalter 5">
            <a:extLst>
              <a:ext uri="{FF2B5EF4-FFF2-40B4-BE49-F238E27FC236}">
                <a16:creationId xmlns:a16="http://schemas.microsoft.com/office/drawing/2014/main" id="{8E57B3D6-2898-4E38-91C0-532DD5305F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95237" y="5025234"/>
            <a:ext cx="2883159" cy="122044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14343F63-A0C3-4175-AC15-710FE9FA2935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24" name="Fußzeilenplatzhalter 48">
            <a:extLst>
              <a:ext uri="{FF2B5EF4-FFF2-40B4-BE49-F238E27FC236}">
                <a16:creationId xmlns:a16="http://schemas.microsoft.com/office/drawing/2014/main" id="{AB19EF91-7E38-484E-8B82-4EE885F79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5" name="Datumsplatzhalter 14">
            <a:extLst>
              <a:ext uri="{FF2B5EF4-FFF2-40B4-BE49-F238E27FC236}">
                <a16:creationId xmlns:a16="http://schemas.microsoft.com/office/drawing/2014/main" id="{265CB74B-598B-4F83-B5A5-5ECBB9AB15FE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41DC7059-1DF4-4D05-A78E-6B0179DDDB92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845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E13CD96-1A93-403F-9986-A64C0806665D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48885" y="1441451"/>
            <a:ext cx="11614525" cy="269886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Hauptebene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FEC0E17-C996-4FB4-84AF-6F2C8064F0B2}"/>
              </a:ext>
            </a:extLst>
          </p:cNvPr>
          <p:cNvSpPr/>
          <p:nvPr userDrawn="1"/>
        </p:nvSpPr>
        <p:spPr>
          <a:xfrm>
            <a:off x="448885" y="4908367"/>
            <a:ext cx="2570160" cy="136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C200FB9-E945-44B6-9768-414AA3920237}"/>
              </a:ext>
            </a:extLst>
          </p:cNvPr>
          <p:cNvSpPr/>
          <p:nvPr userDrawn="1"/>
        </p:nvSpPr>
        <p:spPr>
          <a:xfrm>
            <a:off x="596418" y="4419340"/>
            <a:ext cx="2570160" cy="57860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96D486A9-57A2-4197-A88E-9C550EC167B9}"/>
              </a:ext>
            </a:extLst>
          </p:cNvPr>
          <p:cNvSpPr/>
          <p:nvPr userDrawn="1"/>
        </p:nvSpPr>
        <p:spPr>
          <a:xfrm rot="5400000">
            <a:off x="3002950" y="4582970"/>
            <a:ext cx="578610" cy="251354"/>
          </a:xfrm>
          <a:prstGeom prst="triangl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666142A-0D78-4F95-B811-82A391845B69}"/>
              </a:ext>
            </a:extLst>
          </p:cNvPr>
          <p:cNvSpPr/>
          <p:nvPr userDrawn="1"/>
        </p:nvSpPr>
        <p:spPr>
          <a:xfrm>
            <a:off x="3395380" y="4908367"/>
            <a:ext cx="2570160" cy="136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BAAAEC8-107B-458C-A476-612614D329F8}"/>
              </a:ext>
            </a:extLst>
          </p:cNvPr>
          <p:cNvSpPr/>
          <p:nvPr userDrawn="1"/>
        </p:nvSpPr>
        <p:spPr>
          <a:xfrm>
            <a:off x="3540293" y="4419340"/>
            <a:ext cx="2570160" cy="57860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F51A3350-04FC-46F5-B343-41FCC1B159D6}"/>
              </a:ext>
            </a:extLst>
          </p:cNvPr>
          <p:cNvSpPr/>
          <p:nvPr userDrawn="1"/>
        </p:nvSpPr>
        <p:spPr>
          <a:xfrm rot="5400000">
            <a:off x="5949446" y="4590003"/>
            <a:ext cx="578610" cy="251354"/>
          </a:xfrm>
          <a:prstGeom prst="triangl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DBD4B3B-8C0F-4E63-8FCE-234F24F359C2}"/>
              </a:ext>
            </a:extLst>
          </p:cNvPr>
          <p:cNvSpPr/>
          <p:nvPr userDrawn="1"/>
        </p:nvSpPr>
        <p:spPr>
          <a:xfrm>
            <a:off x="6339255" y="4915400"/>
            <a:ext cx="2570160" cy="136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F1C41DF-7531-401D-A950-276180298D63}"/>
              </a:ext>
            </a:extLst>
          </p:cNvPr>
          <p:cNvSpPr/>
          <p:nvPr userDrawn="1"/>
        </p:nvSpPr>
        <p:spPr>
          <a:xfrm>
            <a:off x="6486789" y="4440885"/>
            <a:ext cx="2570160" cy="57860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9E92D3B9-2AEF-45E3-B851-A782047CA8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418" y="4514287"/>
            <a:ext cx="2570160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A257FBD5-04E3-4529-8545-D45643FB050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885" y="5057065"/>
            <a:ext cx="2570160" cy="122044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4C2E4FB6-81A3-4CC8-A177-D4CD6FF514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0293" y="4526687"/>
            <a:ext cx="2570160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D1FE7889-DB42-48D9-A910-389D639CDA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4168" y="4528561"/>
            <a:ext cx="2570160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32" name="Textplatzhalter 5">
            <a:extLst>
              <a:ext uri="{FF2B5EF4-FFF2-40B4-BE49-F238E27FC236}">
                <a16:creationId xmlns:a16="http://schemas.microsoft.com/office/drawing/2014/main" id="{F3EDE3DA-63E8-4AF7-B2FD-F1C0A28F9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0139" y="5057064"/>
            <a:ext cx="2570160" cy="122044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33" name="Textplatzhalter 5">
            <a:extLst>
              <a:ext uri="{FF2B5EF4-FFF2-40B4-BE49-F238E27FC236}">
                <a16:creationId xmlns:a16="http://schemas.microsoft.com/office/drawing/2014/main" id="{8E57B3D6-2898-4E38-91C0-532DD5305F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9254" y="5064097"/>
            <a:ext cx="2570160" cy="122044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14343F63-A0C3-4175-AC15-710FE9FA2935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24" name="Fußzeilenplatzhalter 48">
            <a:extLst>
              <a:ext uri="{FF2B5EF4-FFF2-40B4-BE49-F238E27FC236}">
                <a16:creationId xmlns:a16="http://schemas.microsoft.com/office/drawing/2014/main" id="{AB19EF91-7E38-484E-8B82-4EE885F79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EBA7EA0-1696-4F52-9C22-BA88B69CB7C0}"/>
              </a:ext>
            </a:extLst>
          </p:cNvPr>
          <p:cNvSpPr/>
          <p:nvPr userDrawn="1"/>
        </p:nvSpPr>
        <p:spPr>
          <a:xfrm>
            <a:off x="9279801" y="4908127"/>
            <a:ext cx="2570160" cy="136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05CA767-EF14-4E7A-B7EE-7734261B8548}"/>
              </a:ext>
            </a:extLst>
          </p:cNvPr>
          <p:cNvSpPr/>
          <p:nvPr userDrawn="1"/>
        </p:nvSpPr>
        <p:spPr>
          <a:xfrm>
            <a:off x="9427335" y="4433612"/>
            <a:ext cx="2570160" cy="57860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platzhalter 5">
            <a:extLst>
              <a:ext uri="{FF2B5EF4-FFF2-40B4-BE49-F238E27FC236}">
                <a16:creationId xmlns:a16="http://schemas.microsoft.com/office/drawing/2014/main" id="{D36A9FFE-4723-4DA2-B21F-BF66B156BF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24714" y="4521288"/>
            <a:ext cx="2570160" cy="388713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34" name="Textplatzhalter 5">
            <a:extLst>
              <a:ext uri="{FF2B5EF4-FFF2-40B4-BE49-F238E27FC236}">
                <a16:creationId xmlns:a16="http://schemas.microsoft.com/office/drawing/2014/main" id="{BD1E34E2-C080-4F52-97FA-D9CADD2B4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9800" y="5056824"/>
            <a:ext cx="2570160" cy="122044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35" name="Gleichschenkliges Dreieck 34">
            <a:extLst>
              <a:ext uri="{FF2B5EF4-FFF2-40B4-BE49-F238E27FC236}">
                <a16:creationId xmlns:a16="http://schemas.microsoft.com/office/drawing/2014/main" id="{FCCE5F88-3455-4785-A3E9-1DEDB6CCCD43}"/>
              </a:ext>
            </a:extLst>
          </p:cNvPr>
          <p:cNvSpPr/>
          <p:nvPr userDrawn="1"/>
        </p:nvSpPr>
        <p:spPr>
          <a:xfrm rot="5400000">
            <a:off x="8889699" y="4597240"/>
            <a:ext cx="578610" cy="251354"/>
          </a:xfrm>
          <a:prstGeom prst="triangl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Datumsplatzhalter 14">
            <a:extLst>
              <a:ext uri="{FF2B5EF4-FFF2-40B4-BE49-F238E27FC236}">
                <a16:creationId xmlns:a16="http://schemas.microsoft.com/office/drawing/2014/main" id="{695DDEF0-97CB-497D-9702-85F96EBC9EEC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50239188-4F05-4F5B-8E90-7B1584373E6B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454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CAA7F8B8-575E-446C-AB31-423EA6E74C57}"/>
              </a:ext>
            </a:extLst>
          </p:cNvPr>
          <p:cNvSpPr/>
          <p:nvPr userDrawn="1"/>
        </p:nvSpPr>
        <p:spPr>
          <a:xfrm>
            <a:off x="6095992" y="5185049"/>
            <a:ext cx="5996142" cy="815409"/>
          </a:xfrm>
          <a:prstGeom prst="rect">
            <a:avLst/>
          </a:prstGeom>
          <a:solidFill>
            <a:schemeClr val="tx1">
              <a:lumMod val="40000"/>
              <a:lumOff val="60000"/>
              <a:alpha val="34118"/>
            </a:schemeClr>
          </a:solidFill>
          <a:ln>
            <a:noFill/>
          </a:ln>
          <a:effectLst>
            <a:outerShdw blurRad="63500" sx="102000" sy="102000" algn="ctr" rotWithShape="0">
              <a:schemeClr val="tx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E73BAB6-E5C3-43A1-9C7C-A8D89DD2E7C2}"/>
              </a:ext>
            </a:extLst>
          </p:cNvPr>
          <p:cNvSpPr/>
          <p:nvPr userDrawn="1"/>
        </p:nvSpPr>
        <p:spPr>
          <a:xfrm>
            <a:off x="128579" y="3771293"/>
            <a:ext cx="5996142" cy="815409"/>
          </a:xfrm>
          <a:prstGeom prst="rect">
            <a:avLst/>
          </a:prstGeom>
          <a:solidFill>
            <a:schemeClr val="tx1">
              <a:lumMod val="40000"/>
              <a:lumOff val="60000"/>
              <a:alpha val="34118"/>
            </a:schemeClr>
          </a:solidFill>
          <a:ln>
            <a:noFill/>
          </a:ln>
          <a:effectLst>
            <a:outerShdw blurRad="63500" sx="102000" sy="102000" algn="ctr" rotWithShape="0">
              <a:schemeClr val="tx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30BC712-3FBF-4597-8B81-3BB188067C4B}"/>
              </a:ext>
            </a:extLst>
          </p:cNvPr>
          <p:cNvSpPr/>
          <p:nvPr userDrawn="1"/>
        </p:nvSpPr>
        <p:spPr>
          <a:xfrm>
            <a:off x="6067269" y="2526489"/>
            <a:ext cx="5996142" cy="815409"/>
          </a:xfrm>
          <a:prstGeom prst="rect">
            <a:avLst/>
          </a:prstGeom>
          <a:solidFill>
            <a:schemeClr val="tx1">
              <a:lumMod val="40000"/>
              <a:lumOff val="60000"/>
              <a:alpha val="34118"/>
            </a:schemeClr>
          </a:solidFill>
          <a:ln>
            <a:noFill/>
          </a:ln>
          <a:effectLst>
            <a:outerShdw blurRad="63500" sx="102000" sy="102000" algn="ctr" rotWithShape="0">
              <a:schemeClr val="tx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DFDA691-5D72-4E89-B5C1-4EB05176F196}"/>
              </a:ext>
            </a:extLst>
          </p:cNvPr>
          <p:cNvSpPr/>
          <p:nvPr userDrawn="1"/>
        </p:nvSpPr>
        <p:spPr>
          <a:xfrm>
            <a:off x="128579" y="1494338"/>
            <a:ext cx="5996142" cy="815409"/>
          </a:xfrm>
          <a:prstGeom prst="rect">
            <a:avLst/>
          </a:prstGeom>
          <a:solidFill>
            <a:schemeClr val="tx1">
              <a:lumMod val="40000"/>
              <a:lumOff val="60000"/>
              <a:alpha val="34118"/>
            </a:schemeClr>
          </a:solidFill>
          <a:ln>
            <a:noFill/>
          </a:ln>
          <a:effectLst>
            <a:outerShdw blurRad="63500" sx="102000" sy="102000" algn="ctr" rotWithShape="0">
              <a:schemeClr val="tx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3FDF6FE-2999-4637-8CF0-53FCBEE298BB}"/>
              </a:ext>
            </a:extLst>
          </p:cNvPr>
          <p:cNvSpPr/>
          <p:nvPr userDrawn="1"/>
        </p:nvSpPr>
        <p:spPr>
          <a:xfrm>
            <a:off x="3949957" y="1441449"/>
            <a:ext cx="4292081" cy="4908550"/>
          </a:xfrm>
          <a:prstGeom prst="trapezoid">
            <a:avLst>
              <a:gd name="adj" fmla="val 34348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arallelogramm 3">
            <a:extLst>
              <a:ext uri="{FF2B5EF4-FFF2-40B4-BE49-F238E27FC236}">
                <a16:creationId xmlns:a16="http://schemas.microsoft.com/office/drawing/2014/main" id="{35181B1D-CE4B-4334-AD7D-AB13003FD1E2}"/>
              </a:ext>
            </a:extLst>
          </p:cNvPr>
          <p:cNvSpPr/>
          <p:nvPr userDrawn="1"/>
        </p:nvSpPr>
        <p:spPr>
          <a:xfrm>
            <a:off x="4208107" y="1441448"/>
            <a:ext cx="1474236" cy="4908549"/>
          </a:xfrm>
          <a:prstGeom prst="parallelogram">
            <a:avLst>
              <a:gd name="adj" fmla="val 9521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Parallelogramm 12">
            <a:extLst>
              <a:ext uri="{FF2B5EF4-FFF2-40B4-BE49-F238E27FC236}">
                <a16:creationId xmlns:a16="http://schemas.microsoft.com/office/drawing/2014/main" id="{19C32770-ABD0-45C9-AF73-4181001AE6C4}"/>
              </a:ext>
            </a:extLst>
          </p:cNvPr>
          <p:cNvSpPr/>
          <p:nvPr userDrawn="1"/>
        </p:nvSpPr>
        <p:spPr>
          <a:xfrm flipH="1">
            <a:off x="6509658" y="1441448"/>
            <a:ext cx="1477343" cy="5060949"/>
          </a:xfrm>
          <a:prstGeom prst="parallelogram">
            <a:avLst>
              <a:gd name="adj" fmla="val 9521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C7F82C15-6C41-471A-BE54-84869F5DEF0E}"/>
              </a:ext>
            </a:extLst>
          </p:cNvPr>
          <p:cNvGrpSpPr/>
          <p:nvPr userDrawn="1"/>
        </p:nvGrpSpPr>
        <p:grpSpPr>
          <a:xfrm>
            <a:off x="5376001" y="4872756"/>
            <a:ext cx="1440000" cy="1440000"/>
            <a:chOff x="5376001" y="4767425"/>
            <a:chExt cx="1440000" cy="144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621A1CE-209A-4C47-B57A-FD94904B57F5}"/>
                </a:ext>
              </a:extLst>
            </p:cNvPr>
            <p:cNvSpPr/>
            <p:nvPr userDrawn="1"/>
          </p:nvSpPr>
          <p:spPr>
            <a:xfrm>
              <a:off x="5376001" y="4767425"/>
              <a:ext cx="1440000" cy="1440000"/>
            </a:xfrm>
            <a:prstGeom prst="ellipse">
              <a:avLst/>
            </a:prstGeom>
            <a:solidFill>
              <a:srgbClr val="EE6600">
                <a:alpha val="12157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16A6B22B-99E4-4F9B-9FA3-6CAF0B6789FB}"/>
                </a:ext>
              </a:extLst>
            </p:cNvPr>
            <p:cNvSpPr/>
            <p:nvPr userDrawn="1"/>
          </p:nvSpPr>
          <p:spPr>
            <a:xfrm>
              <a:off x="5465997" y="4857425"/>
              <a:ext cx="1260000" cy="126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8BD3BD0-DF88-4EA6-BD1D-F0299BEFBBE8}"/>
              </a:ext>
            </a:extLst>
          </p:cNvPr>
          <p:cNvGrpSpPr/>
          <p:nvPr userDrawn="1"/>
        </p:nvGrpSpPr>
        <p:grpSpPr>
          <a:xfrm>
            <a:off x="5555995" y="2388845"/>
            <a:ext cx="1080000" cy="1080000"/>
            <a:chOff x="5376001" y="4767425"/>
            <a:chExt cx="1440000" cy="1440000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5C806D55-3A09-4A7D-A205-090160B7D8CD}"/>
                </a:ext>
              </a:extLst>
            </p:cNvPr>
            <p:cNvSpPr/>
            <p:nvPr userDrawn="1"/>
          </p:nvSpPr>
          <p:spPr>
            <a:xfrm>
              <a:off x="5376001" y="4767425"/>
              <a:ext cx="1440000" cy="1440000"/>
            </a:xfrm>
            <a:prstGeom prst="ellipse">
              <a:avLst/>
            </a:prstGeom>
            <a:solidFill>
              <a:srgbClr val="EE6600">
                <a:alpha val="12157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80117779-B1E3-428A-AAEE-89CDBD1CF7B6}"/>
                </a:ext>
              </a:extLst>
            </p:cNvPr>
            <p:cNvSpPr/>
            <p:nvPr userDrawn="1"/>
          </p:nvSpPr>
          <p:spPr>
            <a:xfrm>
              <a:off x="5465997" y="4857425"/>
              <a:ext cx="1260000" cy="126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8F2D516-B8F5-4EEF-8349-01B7A2C0F826}"/>
              </a:ext>
            </a:extLst>
          </p:cNvPr>
          <p:cNvGrpSpPr/>
          <p:nvPr userDrawn="1"/>
        </p:nvGrpSpPr>
        <p:grpSpPr>
          <a:xfrm>
            <a:off x="5645997" y="1438088"/>
            <a:ext cx="900000" cy="900000"/>
            <a:chOff x="5376001" y="4767425"/>
            <a:chExt cx="1440000" cy="144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84D523B1-497B-47AB-9726-BD1F4D72433A}"/>
                </a:ext>
              </a:extLst>
            </p:cNvPr>
            <p:cNvSpPr/>
            <p:nvPr userDrawn="1"/>
          </p:nvSpPr>
          <p:spPr>
            <a:xfrm>
              <a:off x="5376001" y="4767425"/>
              <a:ext cx="1440000" cy="1440000"/>
            </a:xfrm>
            <a:prstGeom prst="ellipse">
              <a:avLst/>
            </a:prstGeom>
            <a:solidFill>
              <a:srgbClr val="EE6600">
                <a:alpha val="12157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05F8689-AB67-42DE-9545-9A6361C946C1}"/>
                </a:ext>
              </a:extLst>
            </p:cNvPr>
            <p:cNvSpPr/>
            <p:nvPr userDrawn="1"/>
          </p:nvSpPr>
          <p:spPr>
            <a:xfrm>
              <a:off x="5465997" y="4857425"/>
              <a:ext cx="1260000" cy="126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D7365A3F-1A8B-4966-A645-121A04B28200}"/>
              </a:ext>
            </a:extLst>
          </p:cNvPr>
          <p:cNvGrpSpPr/>
          <p:nvPr userDrawn="1"/>
        </p:nvGrpSpPr>
        <p:grpSpPr>
          <a:xfrm>
            <a:off x="5466003" y="3547522"/>
            <a:ext cx="1260000" cy="1260000"/>
            <a:chOff x="5376001" y="4767425"/>
            <a:chExt cx="1440000" cy="1440000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58857A1-EEE5-4A8D-AE14-C72D0672FAD8}"/>
                </a:ext>
              </a:extLst>
            </p:cNvPr>
            <p:cNvSpPr/>
            <p:nvPr userDrawn="1"/>
          </p:nvSpPr>
          <p:spPr>
            <a:xfrm>
              <a:off x="5376001" y="4767425"/>
              <a:ext cx="1440000" cy="1440000"/>
            </a:xfrm>
            <a:prstGeom prst="ellipse">
              <a:avLst/>
            </a:prstGeom>
            <a:solidFill>
              <a:srgbClr val="EE6600">
                <a:alpha val="12157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12A39D98-75A5-4B5E-A397-0CBE15DA8EB8}"/>
                </a:ext>
              </a:extLst>
            </p:cNvPr>
            <p:cNvSpPr/>
            <p:nvPr userDrawn="1"/>
          </p:nvSpPr>
          <p:spPr>
            <a:xfrm>
              <a:off x="5465997" y="4857425"/>
              <a:ext cx="1260000" cy="126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4" name="Textplatzhalter 5">
            <a:extLst>
              <a:ext uri="{FF2B5EF4-FFF2-40B4-BE49-F238E27FC236}">
                <a16:creationId xmlns:a16="http://schemas.microsoft.com/office/drawing/2014/main" id="{FA20ECCF-0567-4854-9D8A-EC54D9C71E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310" y="2526489"/>
            <a:ext cx="4600100" cy="81540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6" name="Textplatzhalter 5">
            <a:extLst>
              <a:ext uri="{FF2B5EF4-FFF2-40B4-BE49-F238E27FC236}">
                <a16:creationId xmlns:a16="http://schemas.microsoft.com/office/drawing/2014/main" id="{7F5861CF-D73C-46F2-B6B4-E445842EB2F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2038" y="5185049"/>
            <a:ext cx="3850096" cy="81540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7" name="Textplatzhalter 5">
            <a:extLst>
              <a:ext uri="{FF2B5EF4-FFF2-40B4-BE49-F238E27FC236}">
                <a16:creationId xmlns:a16="http://schemas.microsoft.com/office/drawing/2014/main" id="{B38C3739-1543-409D-9364-A7FB556B5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6944" y="3779095"/>
            <a:ext cx="4219783" cy="81540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8" name="Textplatzhalter 5">
            <a:extLst>
              <a:ext uri="{FF2B5EF4-FFF2-40B4-BE49-F238E27FC236}">
                <a16:creationId xmlns:a16="http://schemas.microsoft.com/office/drawing/2014/main" id="{D95B7227-35FF-4ABE-BE19-E4CDF787CE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944" y="1502140"/>
            <a:ext cx="4905396" cy="81540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9" name="Textplatzhalter 5">
            <a:extLst>
              <a:ext uri="{FF2B5EF4-FFF2-40B4-BE49-F238E27FC236}">
                <a16:creationId xmlns:a16="http://schemas.microsoft.com/office/drawing/2014/main" id="{9869D587-3AC8-4D5A-8377-E4B57D6E952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5989" y="5441196"/>
            <a:ext cx="1260006" cy="3031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2021</a:t>
            </a:r>
          </a:p>
        </p:txBody>
      </p:sp>
      <p:sp>
        <p:nvSpPr>
          <p:cNvPr id="50" name="Textplatzhalter 5">
            <a:extLst>
              <a:ext uri="{FF2B5EF4-FFF2-40B4-BE49-F238E27FC236}">
                <a16:creationId xmlns:a16="http://schemas.microsoft.com/office/drawing/2014/main" id="{F0BAF5BE-5DFD-42BF-A183-BE5B10CAFC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94718" y="4027440"/>
            <a:ext cx="1260006" cy="3031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2021</a:t>
            </a:r>
          </a:p>
        </p:txBody>
      </p:sp>
      <p:sp>
        <p:nvSpPr>
          <p:cNvPr id="52" name="Textplatzhalter 5">
            <a:extLst>
              <a:ext uri="{FF2B5EF4-FFF2-40B4-BE49-F238E27FC236}">
                <a16:creationId xmlns:a16="http://schemas.microsoft.com/office/drawing/2014/main" id="{C80B1CFD-21B7-4A02-BC18-A14DA5E930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66728" y="2771496"/>
            <a:ext cx="1260006" cy="3031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2021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6BE19839-569E-43AA-9223-439143D865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989" y="1750463"/>
            <a:ext cx="1260006" cy="3031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2021</a:t>
            </a:r>
          </a:p>
        </p:txBody>
      </p:sp>
      <p:sp>
        <p:nvSpPr>
          <p:cNvPr id="36" name="Textplatzhalter 10">
            <a:extLst>
              <a:ext uri="{FF2B5EF4-FFF2-40B4-BE49-F238E27FC236}">
                <a16:creationId xmlns:a16="http://schemas.microsoft.com/office/drawing/2014/main" id="{9BD965BC-6D24-44DE-87BD-3D540CAB93BF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37" name="Fußzeilenplatzhalter 48">
            <a:extLst>
              <a:ext uri="{FF2B5EF4-FFF2-40B4-BE49-F238E27FC236}">
                <a16:creationId xmlns:a16="http://schemas.microsoft.com/office/drawing/2014/main" id="{75CA48CE-77C9-43AE-AF1D-5B174A80B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Datumsplatzhalter 14">
            <a:extLst>
              <a:ext uri="{FF2B5EF4-FFF2-40B4-BE49-F238E27FC236}">
                <a16:creationId xmlns:a16="http://schemas.microsoft.com/office/drawing/2014/main" id="{E4EF9D75-8699-48CF-901F-0BE851C982D5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DEA5314B-F3D1-4D4A-8D6A-F71DF3074921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7919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6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B7866BB-CA0C-4AFB-9B98-13AB1CE0490A}"/>
              </a:ext>
            </a:extLst>
          </p:cNvPr>
          <p:cNvSpPr/>
          <p:nvPr userDrawn="1"/>
        </p:nvSpPr>
        <p:spPr>
          <a:xfrm>
            <a:off x="3" y="2392593"/>
            <a:ext cx="2273508" cy="72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6723B0F-F4E6-4DD1-9732-45212D58EA61}"/>
              </a:ext>
            </a:extLst>
          </p:cNvPr>
          <p:cNvSpPr/>
          <p:nvPr userDrawn="1"/>
        </p:nvSpPr>
        <p:spPr>
          <a:xfrm>
            <a:off x="2" y="3106817"/>
            <a:ext cx="2273508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51428F2-3F41-41B7-AF0A-781CFBC094F7}"/>
              </a:ext>
            </a:extLst>
          </p:cNvPr>
          <p:cNvSpPr/>
          <p:nvPr userDrawn="1"/>
        </p:nvSpPr>
        <p:spPr>
          <a:xfrm>
            <a:off x="1" y="3820259"/>
            <a:ext cx="2273509" cy="720000"/>
          </a:xfrm>
          <a:prstGeom prst="rect">
            <a:avLst/>
          </a:prstGeom>
          <a:solidFill>
            <a:srgbClr val="434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8BFA02C-01F9-4A44-9494-EE4D42F99074}"/>
              </a:ext>
            </a:extLst>
          </p:cNvPr>
          <p:cNvSpPr/>
          <p:nvPr userDrawn="1"/>
        </p:nvSpPr>
        <p:spPr>
          <a:xfrm>
            <a:off x="0" y="4505258"/>
            <a:ext cx="2273510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E4C5B4CA-65BC-4A3B-978E-BA9276418DB1}"/>
              </a:ext>
            </a:extLst>
          </p:cNvPr>
          <p:cNvSpPr/>
          <p:nvPr userDrawn="1"/>
        </p:nvSpPr>
        <p:spPr>
          <a:xfrm rot="5400000" flipV="1">
            <a:off x="2046676" y="2074392"/>
            <a:ext cx="1268595" cy="814926"/>
          </a:xfrm>
          <a:prstGeom prst="parallelogram">
            <a:avLst>
              <a:gd name="adj" fmla="val 66219"/>
            </a:avLst>
          </a:prstGeom>
          <a:solidFill>
            <a:schemeClr val="accent2">
              <a:lumMod val="5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124E1AC-A683-4E62-814F-67AC91AC1AA7}"/>
              </a:ext>
            </a:extLst>
          </p:cNvPr>
          <p:cNvSpPr/>
          <p:nvPr userDrawn="1"/>
        </p:nvSpPr>
        <p:spPr>
          <a:xfrm>
            <a:off x="3088437" y="1855503"/>
            <a:ext cx="7287204" cy="72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011E8FE-BF47-4C43-9709-D8B2B74B381C}"/>
              </a:ext>
            </a:extLst>
          </p:cNvPr>
          <p:cNvSpPr/>
          <p:nvPr userDrawn="1"/>
        </p:nvSpPr>
        <p:spPr>
          <a:xfrm>
            <a:off x="3088436" y="2569727"/>
            <a:ext cx="7287205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3BDC2A7-5CAF-4F04-BA25-4CD11E5F40EC}"/>
              </a:ext>
            </a:extLst>
          </p:cNvPr>
          <p:cNvSpPr/>
          <p:nvPr userDrawn="1"/>
        </p:nvSpPr>
        <p:spPr>
          <a:xfrm>
            <a:off x="3088437" y="3273838"/>
            <a:ext cx="7287204" cy="720000"/>
          </a:xfrm>
          <a:prstGeom prst="rect">
            <a:avLst/>
          </a:prstGeom>
          <a:solidFill>
            <a:srgbClr val="434E5D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82F9ACC-2C1D-49CB-ACB8-1B446F9A5BBE}"/>
              </a:ext>
            </a:extLst>
          </p:cNvPr>
          <p:cNvSpPr/>
          <p:nvPr userDrawn="1"/>
        </p:nvSpPr>
        <p:spPr>
          <a:xfrm>
            <a:off x="3088436" y="3988294"/>
            <a:ext cx="7287205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arallelogramm 24">
            <a:extLst>
              <a:ext uri="{FF2B5EF4-FFF2-40B4-BE49-F238E27FC236}">
                <a16:creationId xmlns:a16="http://schemas.microsoft.com/office/drawing/2014/main" id="{52518C22-74EA-493D-AA6F-22125CEA92FC}"/>
              </a:ext>
            </a:extLst>
          </p:cNvPr>
          <p:cNvSpPr/>
          <p:nvPr userDrawn="1"/>
        </p:nvSpPr>
        <p:spPr>
          <a:xfrm rot="5400000" flipV="1">
            <a:off x="2057053" y="2788325"/>
            <a:ext cx="1247842" cy="814926"/>
          </a:xfrm>
          <a:prstGeom prst="parallelogram">
            <a:avLst>
              <a:gd name="adj" fmla="val 65074"/>
            </a:avLst>
          </a:prstGeom>
          <a:solidFill>
            <a:schemeClr val="accent2">
              <a:lumMod val="60000"/>
              <a:lumOff val="4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6" name="Parallelogramm 25">
            <a:extLst>
              <a:ext uri="{FF2B5EF4-FFF2-40B4-BE49-F238E27FC236}">
                <a16:creationId xmlns:a16="http://schemas.microsoft.com/office/drawing/2014/main" id="{DD2573B3-DAFB-4BEF-9539-10D33FD517D9}"/>
              </a:ext>
            </a:extLst>
          </p:cNvPr>
          <p:cNvSpPr/>
          <p:nvPr userDrawn="1"/>
        </p:nvSpPr>
        <p:spPr>
          <a:xfrm rot="5400000" flipV="1">
            <a:off x="2057053" y="3495519"/>
            <a:ext cx="1247842" cy="814926"/>
          </a:xfrm>
          <a:prstGeom prst="parallelogram">
            <a:avLst>
              <a:gd name="adj" fmla="val 65074"/>
            </a:avLst>
          </a:prstGeom>
          <a:solidFill>
            <a:srgbClr val="434E5D">
              <a:alpha val="34118"/>
            </a:srgb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7" name="Parallelogramm 26">
            <a:extLst>
              <a:ext uri="{FF2B5EF4-FFF2-40B4-BE49-F238E27FC236}">
                <a16:creationId xmlns:a16="http://schemas.microsoft.com/office/drawing/2014/main" id="{A20688D4-A703-4356-A517-4F24CA05C05E}"/>
              </a:ext>
            </a:extLst>
          </p:cNvPr>
          <p:cNvSpPr/>
          <p:nvPr userDrawn="1"/>
        </p:nvSpPr>
        <p:spPr>
          <a:xfrm rot="5400000" flipV="1">
            <a:off x="2057053" y="4200411"/>
            <a:ext cx="1247842" cy="814926"/>
          </a:xfrm>
          <a:prstGeom prst="parallelogram">
            <a:avLst>
              <a:gd name="adj" fmla="val 65074"/>
            </a:avLst>
          </a:prstGeom>
          <a:solidFill>
            <a:schemeClr val="accent2">
              <a:lumMod val="60000"/>
              <a:lumOff val="4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2889A6A5-810D-4B0A-BF0D-05BE85118E9C}"/>
              </a:ext>
            </a:extLst>
          </p:cNvPr>
          <p:cNvSpPr/>
          <p:nvPr userDrawn="1"/>
        </p:nvSpPr>
        <p:spPr>
          <a:xfrm>
            <a:off x="10006313" y="1847557"/>
            <a:ext cx="720000" cy="72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0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EBEAC4F-C71D-436B-8B2D-98988F8423BC}"/>
              </a:ext>
            </a:extLst>
          </p:cNvPr>
          <p:cNvSpPr/>
          <p:nvPr userDrawn="1"/>
        </p:nvSpPr>
        <p:spPr>
          <a:xfrm>
            <a:off x="10006312" y="2557925"/>
            <a:ext cx="720000" cy="720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2EF4B86-1579-40ED-96D5-E24D440D110F}"/>
              </a:ext>
            </a:extLst>
          </p:cNvPr>
          <p:cNvSpPr/>
          <p:nvPr userDrawn="1"/>
        </p:nvSpPr>
        <p:spPr>
          <a:xfrm>
            <a:off x="10006312" y="3268848"/>
            <a:ext cx="720000" cy="720000"/>
          </a:xfrm>
          <a:prstGeom prst="ellipse">
            <a:avLst/>
          </a:prstGeom>
          <a:solidFill>
            <a:srgbClr val="434E5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6C5E9B59-7084-4FBD-A0B3-9802D53760F1}"/>
              </a:ext>
            </a:extLst>
          </p:cNvPr>
          <p:cNvSpPr/>
          <p:nvPr userDrawn="1"/>
        </p:nvSpPr>
        <p:spPr>
          <a:xfrm>
            <a:off x="10006312" y="3983953"/>
            <a:ext cx="720000" cy="720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2DA8944-7BA3-478C-B73B-4405E07EDFD3}"/>
              </a:ext>
            </a:extLst>
          </p:cNvPr>
          <p:cNvSpPr/>
          <p:nvPr userDrawn="1"/>
        </p:nvSpPr>
        <p:spPr>
          <a:xfrm>
            <a:off x="0" y="5217352"/>
            <a:ext cx="2273510" cy="72727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E8816A0-63F9-4A83-A003-E0F62650261F}"/>
              </a:ext>
            </a:extLst>
          </p:cNvPr>
          <p:cNvSpPr/>
          <p:nvPr userDrawn="1"/>
        </p:nvSpPr>
        <p:spPr>
          <a:xfrm>
            <a:off x="3088436" y="4700388"/>
            <a:ext cx="7287205" cy="72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3E744A28-E024-46D2-821F-175AC3122119}"/>
              </a:ext>
            </a:extLst>
          </p:cNvPr>
          <p:cNvSpPr/>
          <p:nvPr userDrawn="1"/>
        </p:nvSpPr>
        <p:spPr>
          <a:xfrm rot="5400000" flipV="1">
            <a:off x="2057048" y="4921181"/>
            <a:ext cx="1247842" cy="814926"/>
          </a:xfrm>
          <a:prstGeom prst="parallelogram">
            <a:avLst>
              <a:gd name="adj" fmla="val 65074"/>
            </a:avLst>
          </a:prstGeom>
          <a:solidFill>
            <a:schemeClr val="accent2">
              <a:lumMod val="5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E0FAF44-10D0-4454-B649-9ADCA3879E90}"/>
              </a:ext>
            </a:extLst>
          </p:cNvPr>
          <p:cNvSpPr/>
          <p:nvPr userDrawn="1"/>
        </p:nvSpPr>
        <p:spPr>
          <a:xfrm>
            <a:off x="10006312" y="4705378"/>
            <a:ext cx="720000" cy="72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platzhalter 5">
            <a:extLst>
              <a:ext uri="{FF2B5EF4-FFF2-40B4-BE49-F238E27FC236}">
                <a16:creationId xmlns:a16="http://schemas.microsoft.com/office/drawing/2014/main" id="{80F4CB5B-DB95-460E-987C-00E7ADA9AF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0" y="2601036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99C48571-80F0-400C-857A-908F35EFDD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0" y="3294337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4" name="Textplatzhalter 5">
            <a:extLst>
              <a:ext uri="{FF2B5EF4-FFF2-40B4-BE49-F238E27FC236}">
                <a16:creationId xmlns:a16="http://schemas.microsoft.com/office/drawing/2014/main" id="{3B9486E8-A621-4B2D-93DB-F4403E74B9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-8549" y="4015402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5" name="Textplatzhalter 5">
            <a:extLst>
              <a:ext uri="{FF2B5EF4-FFF2-40B4-BE49-F238E27FC236}">
                <a16:creationId xmlns:a16="http://schemas.microsoft.com/office/drawing/2014/main" id="{E404722E-62A6-4691-A5AE-714999AA9F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-16295" y="4708441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6" name="Textplatzhalter 5">
            <a:extLst>
              <a:ext uri="{FF2B5EF4-FFF2-40B4-BE49-F238E27FC236}">
                <a16:creationId xmlns:a16="http://schemas.microsoft.com/office/drawing/2014/main" id="{230CAC75-28F0-4FFF-B850-9B7CD3F61A3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0" y="5418165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7" name="Textplatzhalter 5">
            <a:extLst>
              <a:ext uri="{FF2B5EF4-FFF2-40B4-BE49-F238E27FC236}">
                <a16:creationId xmlns:a16="http://schemas.microsoft.com/office/drawing/2014/main" id="{F877C42A-3A8B-4D0E-B6D1-8F7137A8A8E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88432" y="1867788"/>
            <a:ext cx="6755364" cy="68528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27625719-BCFB-483B-A544-A94E03B9220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088432" y="2561509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9" name="Textplatzhalter 5">
            <a:extLst>
              <a:ext uri="{FF2B5EF4-FFF2-40B4-BE49-F238E27FC236}">
                <a16:creationId xmlns:a16="http://schemas.microsoft.com/office/drawing/2014/main" id="{0AD00100-D556-4B76-B4E3-C52D33412AB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088432" y="3282279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0" name="Textplatzhalter 5">
            <a:extLst>
              <a:ext uri="{FF2B5EF4-FFF2-40B4-BE49-F238E27FC236}">
                <a16:creationId xmlns:a16="http://schemas.microsoft.com/office/drawing/2014/main" id="{4D1D5568-AC57-4EDB-9919-823B50367AD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096794" y="3986093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9318FEEC-7B40-4A17-97F6-13056E6324E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096794" y="4699626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2" name="Textplatzhalter 5">
            <a:extLst>
              <a:ext uri="{FF2B5EF4-FFF2-40B4-BE49-F238E27FC236}">
                <a16:creationId xmlns:a16="http://schemas.microsoft.com/office/drawing/2014/main" id="{B9CFCE95-E469-4D95-A6CC-1FFE619B24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63755" y="2058287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3" name="Textplatzhalter 5">
            <a:extLst>
              <a:ext uri="{FF2B5EF4-FFF2-40B4-BE49-F238E27FC236}">
                <a16:creationId xmlns:a16="http://schemas.microsoft.com/office/drawing/2014/main" id="{5E531BE2-9875-4391-BA88-DEB0C55F361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73085" y="2771442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4" name="Textplatzhalter 5">
            <a:extLst>
              <a:ext uri="{FF2B5EF4-FFF2-40B4-BE49-F238E27FC236}">
                <a16:creationId xmlns:a16="http://schemas.microsoft.com/office/drawing/2014/main" id="{E0E47797-2901-4B25-A1E2-E5EB8E7AA6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173085" y="3481418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5" name="Textplatzhalter 5">
            <a:extLst>
              <a:ext uri="{FF2B5EF4-FFF2-40B4-BE49-F238E27FC236}">
                <a16:creationId xmlns:a16="http://schemas.microsoft.com/office/drawing/2014/main" id="{CB2BAAEA-494F-47E0-BE02-9B049C44D0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163755" y="4192341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6" name="Textplatzhalter 5">
            <a:extLst>
              <a:ext uri="{FF2B5EF4-FFF2-40B4-BE49-F238E27FC236}">
                <a16:creationId xmlns:a16="http://schemas.microsoft.com/office/drawing/2014/main" id="{2B9D250D-EEED-43AA-B0A0-5DF0EC0F59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166657" y="4913905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43" name="Textplatzhalter 10">
            <a:extLst>
              <a:ext uri="{FF2B5EF4-FFF2-40B4-BE49-F238E27FC236}">
                <a16:creationId xmlns:a16="http://schemas.microsoft.com/office/drawing/2014/main" id="{85408A49-A7AD-4F90-9BB7-F428DADD8DF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44" name="Fußzeilenplatzhalter 48">
            <a:extLst>
              <a:ext uri="{FF2B5EF4-FFF2-40B4-BE49-F238E27FC236}">
                <a16:creationId xmlns:a16="http://schemas.microsoft.com/office/drawing/2014/main" id="{E0C231BF-8A9E-4D56-9EE8-6C569B182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5" name="Datumsplatzhalter 14">
            <a:extLst>
              <a:ext uri="{FF2B5EF4-FFF2-40B4-BE49-F238E27FC236}">
                <a16:creationId xmlns:a16="http://schemas.microsoft.com/office/drawing/2014/main" id="{6E3CB4A1-8BD4-4A1A-BF34-9EDE46AD2A51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AFD3F650-268E-45FF-BCC0-6D3B158D2E2D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57644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6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B7866BB-CA0C-4AFB-9B98-13AB1CE0490A}"/>
              </a:ext>
            </a:extLst>
          </p:cNvPr>
          <p:cNvSpPr/>
          <p:nvPr userDrawn="1"/>
        </p:nvSpPr>
        <p:spPr>
          <a:xfrm>
            <a:off x="3" y="2051767"/>
            <a:ext cx="2273508" cy="72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6723B0F-F4E6-4DD1-9732-45212D58EA61}"/>
              </a:ext>
            </a:extLst>
          </p:cNvPr>
          <p:cNvSpPr/>
          <p:nvPr userDrawn="1"/>
        </p:nvSpPr>
        <p:spPr>
          <a:xfrm>
            <a:off x="2" y="2765991"/>
            <a:ext cx="2273508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51428F2-3F41-41B7-AF0A-781CFBC094F7}"/>
              </a:ext>
            </a:extLst>
          </p:cNvPr>
          <p:cNvSpPr/>
          <p:nvPr userDrawn="1"/>
        </p:nvSpPr>
        <p:spPr>
          <a:xfrm>
            <a:off x="1" y="3479433"/>
            <a:ext cx="2273509" cy="720000"/>
          </a:xfrm>
          <a:prstGeom prst="rect">
            <a:avLst/>
          </a:prstGeom>
          <a:solidFill>
            <a:srgbClr val="434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8BFA02C-01F9-4A44-9494-EE4D42F99074}"/>
              </a:ext>
            </a:extLst>
          </p:cNvPr>
          <p:cNvSpPr/>
          <p:nvPr userDrawn="1"/>
        </p:nvSpPr>
        <p:spPr>
          <a:xfrm>
            <a:off x="0" y="4164432"/>
            <a:ext cx="2273510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E4C5B4CA-65BC-4A3B-978E-BA9276418DB1}"/>
              </a:ext>
            </a:extLst>
          </p:cNvPr>
          <p:cNvSpPr/>
          <p:nvPr userDrawn="1"/>
        </p:nvSpPr>
        <p:spPr>
          <a:xfrm rot="5400000" flipV="1">
            <a:off x="2046676" y="1733566"/>
            <a:ext cx="1268595" cy="814926"/>
          </a:xfrm>
          <a:prstGeom prst="parallelogram">
            <a:avLst>
              <a:gd name="adj" fmla="val 66219"/>
            </a:avLst>
          </a:prstGeom>
          <a:solidFill>
            <a:schemeClr val="accent2">
              <a:lumMod val="5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124E1AC-A683-4E62-814F-67AC91AC1AA7}"/>
              </a:ext>
            </a:extLst>
          </p:cNvPr>
          <p:cNvSpPr/>
          <p:nvPr userDrawn="1"/>
        </p:nvSpPr>
        <p:spPr>
          <a:xfrm>
            <a:off x="3088437" y="1514677"/>
            <a:ext cx="7287204" cy="72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011E8FE-BF47-4C43-9709-D8B2B74B381C}"/>
              </a:ext>
            </a:extLst>
          </p:cNvPr>
          <p:cNvSpPr/>
          <p:nvPr userDrawn="1"/>
        </p:nvSpPr>
        <p:spPr>
          <a:xfrm>
            <a:off x="3088436" y="2228901"/>
            <a:ext cx="7287205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3BDC2A7-5CAF-4F04-BA25-4CD11E5F40EC}"/>
              </a:ext>
            </a:extLst>
          </p:cNvPr>
          <p:cNvSpPr/>
          <p:nvPr userDrawn="1"/>
        </p:nvSpPr>
        <p:spPr>
          <a:xfrm>
            <a:off x="3088437" y="2933012"/>
            <a:ext cx="7287204" cy="720000"/>
          </a:xfrm>
          <a:prstGeom prst="rect">
            <a:avLst/>
          </a:prstGeom>
          <a:solidFill>
            <a:srgbClr val="434E5D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82F9ACC-2C1D-49CB-ACB8-1B446F9A5BBE}"/>
              </a:ext>
            </a:extLst>
          </p:cNvPr>
          <p:cNvSpPr/>
          <p:nvPr userDrawn="1"/>
        </p:nvSpPr>
        <p:spPr>
          <a:xfrm>
            <a:off x="3088436" y="3647468"/>
            <a:ext cx="7287205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arallelogramm 24">
            <a:extLst>
              <a:ext uri="{FF2B5EF4-FFF2-40B4-BE49-F238E27FC236}">
                <a16:creationId xmlns:a16="http://schemas.microsoft.com/office/drawing/2014/main" id="{52518C22-74EA-493D-AA6F-22125CEA92FC}"/>
              </a:ext>
            </a:extLst>
          </p:cNvPr>
          <p:cNvSpPr/>
          <p:nvPr userDrawn="1"/>
        </p:nvSpPr>
        <p:spPr>
          <a:xfrm rot="5400000" flipV="1">
            <a:off x="2057053" y="2447499"/>
            <a:ext cx="1247842" cy="814926"/>
          </a:xfrm>
          <a:prstGeom prst="parallelogram">
            <a:avLst>
              <a:gd name="adj" fmla="val 65074"/>
            </a:avLst>
          </a:prstGeom>
          <a:solidFill>
            <a:schemeClr val="accent2">
              <a:lumMod val="60000"/>
              <a:lumOff val="4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6" name="Parallelogramm 25">
            <a:extLst>
              <a:ext uri="{FF2B5EF4-FFF2-40B4-BE49-F238E27FC236}">
                <a16:creationId xmlns:a16="http://schemas.microsoft.com/office/drawing/2014/main" id="{DD2573B3-DAFB-4BEF-9539-10D33FD517D9}"/>
              </a:ext>
            </a:extLst>
          </p:cNvPr>
          <p:cNvSpPr/>
          <p:nvPr userDrawn="1"/>
        </p:nvSpPr>
        <p:spPr>
          <a:xfrm rot="5400000" flipV="1">
            <a:off x="2057053" y="3154693"/>
            <a:ext cx="1247842" cy="814926"/>
          </a:xfrm>
          <a:prstGeom prst="parallelogram">
            <a:avLst>
              <a:gd name="adj" fmla="val 65074"/>
            </a:avLst>
          </a:prstGeom>
          <a:solidFill>
            <a:srgbClr val="434E5D">
              <a:alpha val="34118"/>
            </a:srgb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7" name="Parallelogramm 26">
            <a:extLst>
              <a:ext uri="{FF2B5EF4-FFF2-40B4-BE49-F238E27FC236}">
                <a16:creationId xmlns:a16="http://schemas.microsoft.com/office/drawing/2014/main" id="{A20688D4-A703-4356-A517-4F24CA05C05E}"/>
              </a:ext>
            </a:extLst>
          </p:cNvPr>
          <p:cNvSpPr/>
          <p:nvPr userDrawn="1"/>
        </p:nvSpPr>
        <p:spPr>
          <a:xfrm rot="5400000" flipV="1">
            <a:off x="2057053" y="3859585"/>
            <a:ext cx="1247842" cy="814926"/>
          </a:xfrm>
          <a:prstGeom prst="parallelogram">
            <a:avLst>
              <a:gd name="adj" fmla="val 65074"/>
            </a:avLst>
          </a:prstGeom>
          <a:solidFill>
            <a:schemeClr val="accent2">
              <a:lumMod val="60000"/>
              <a:lumOff val="4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2889A6A5-810D-4B0A-BF0D-05BE85118E9C}"/>
              </a:ext>
            </a:extLst>
          </p:cNvPr>
          <p:cNvSpPr/>
          <p:nvPr userDrawn="1"/>
        </p:nvSpPr>
        <p:spPr>
          <a:xfrm>
            <a:off x="10006313" y="1506731"/>
            <a:ext cx="720000" cy="72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0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EBEAC4F-C71D-436B-8B2D-98988F8423BC}"/>
              </a:ext>
            </a:extLst>
          </p:cNvPr>
          <p:cNvSpPr/>
          <p:nvPr userDrawn="1"/>
        </p:nvSpPr>
        <p:spPr>
          <a:xfrm>
            <a:off x="10006312" y="2217099"/>
            <a:ext cx="720000" cy="720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2EF4B86-1579-40ED-96D5-E24D440D110F}"/>
              </a:ext>
            </a:extLst>
          </p:cNvPr>
          <p:cNvSpPr/>
          <p:nvPr userDrawn="1"/>
        </p:nvSpPr>
        <p:spPr>
          <a:xfrm>
            <a:off x="10006312" y="2928022"/>
            <a:ext cx="720000" cy="720000"/>
          </a:xfrm>
          <a:prstGeom prst="ellipse">
            <a:avLst/>
          </a:prstGeom>
          <a:solidFill>
            <a:srgbClr val="434E5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6C5E9B59-7084-4FBD-A0B3-9802D53760F1}"/>
              </a:ext>
            </a:extLst>
          </p:cNvPr>
          <p:cNvSpPr/>
          <p:nvPr userDrawn="1"/>
        </p:nvSpPr>
        <p:spPr>
          <a:xfrm>
            <a:off x="10006312" y="3643127"/>
            <a:ext cx="720000" cy="720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2DA8944-7BA3-478C-B73B-4405E07EDFD3}"/>
              </a:ext>
            </a:extLst>
          </p:cNvPr>
          <p:cNvSpPr/>
          <p:nvPr userDrawn="1"/>
        </p:nvSpPr>
        <p:spPr>
          <a:xfrm>
            <a:off x="0" y="4876526"/>
            <a:ext cx="2273510" cy="72727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E8816A0-63F9-4A83-A003-E0F62650261F}"/>
              </a:ext>
            </a:extLst>
          </p:cNvPr>
          <p:cNvSpPr/>
          <p:nvPr userDrawn="1"/>
        </p:nvSpPr>
        <p:spPr>
          <a:xfrm>
            <a:off x="3088436" y="4359562"/>
            <a:ext cx="7287205" cy="72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3E744A28-E024-46D2-821F-175AC3122119}"/>
              </a:ext>
            </a:extLst>
          </p:cNvPr>
          <p:cNvSpPr/>
          <p:nvPr userDrawn="1"/>
        </p:nvSpPr>
        <p:spPr>
          <a:xfrm rot="5400000" flipV="1">
            <a:off x="2057048" y="4580355"/>
            <a:ext cx="1247842" cy="814926"/>
          </a:xfrm>
          <a:prstGeom prst="parallelogram">
            <a:avLst>
              <a:gd name="adj" fmla="val 65074"/>
            </a:avLst>
          </a:prstGeom>
          <a:solidFill>
            <a:schemeClr val="accent2">
              <a:lumMod val="5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E0FAF44-10D0-4454-B649-9ADCA3879E90}"/>
              </a:ext>
            </a:extLst>
          </p:cNvPr>
          <p:cNvSpPr/>
          <p:nvPr userDrawn="1"/>
        </p:nvSpPr>
        <p:spPr>
          <a:xfrm>
            <a:off x="10006312" y="4364552"/>
            <a:ext cx="720000" cy="72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platzhalter 5">
            <a:extLst>
              <a:ext uri="{FF2B5EF4-FFF2-40B4-BE49-F238E27FC236}">
                <a16:creationId xmlns:a16="http://schemas.microsoft.com/office/drawing/2014/main" id="{80F4CB5B-DB95-460E-987C-00E7ADA9AF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0" y="2260210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99C48571-80F0-400C-857A-908F35EFDD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0" y="2953511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4" name="Textplatzhalter 5">
            <a:extLst>
              <a:ext uri="{FF2B5EF4-FFF2-40B4-BE49-F238E27FC236}">
                <a16:creationId xmlns:a16="http://schemas.microsoft.com/office/drawing/2014/main" id="{3B9486E8-A621-4B2D-93DB-F4403E74B9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-8549" y="3674576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5" name="Textplatzhalter 5">
            <a:extLst>
              <a:ext uri="{FF2B5EF4-FFF2-40B4-BE49-F238E27FC236}">
                <a16:creationId xmlns:a16="http://schemas.microsoft.com/office/drawing/2014/main" id="{E404722E-62A6-4691-A5AE-714999AA9F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-16295" y="4367615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6" name="Textplatzhalter 5">
            <a:extLst>
              <a:ext uri="{FF2B5EF4-FFF2-40B4-BE49-F238E27FC236}">
                <a16:creationId xmlns:a16="http://schemas.microsoft.com/office/drawing/2014/main" id="{230CAC75-28F0-4FFF-B850-9B7CD3F61A3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0" y="5077339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7" name="Textplatzhalter 5">
            <a:extLst>
              <a:ext uri="{FF2B5EF4-FFF2-40B4-BE49-F238E27FC236}">
                <a16:creationId xmlns:a16="http://schemas.microsoft.com/office/drawing/2014/main" id="{F877C42A-3A8B-4D0E-B6D1-8F7137A8A8E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88432" y="1526962"/>
            <a:ext cx="6755364" cy="68528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27625719-BCFB-483B-A544-A94E03B9220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088432" y="2220683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9" name="Textplatzhalter 5">
            <a:extLst>
              <a:ext uri="{FF2B5EF4-FFF2-40B4-BE49-F238E27FC236}">
                <a16:creationId xmlns:a16="http://schemas.microsoft.com/office/drawing/2014/main" id="{0AD00100-D556-4B76-B4E3-C52D33412AB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088432" y="2941453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0" name="Textplatzhalter 5">
            <a:extLst>
              <a:ext uri="{FF2B5EF4-FFF2-40B4-BE49-F238E27FC236}">
                <a16:creationId xmlns:a16="http://schemas.microsoft.com/office/drawing/2014/main" id="{4D1D5568-AC57-4EDB-9919-823B50367AD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096794" y="3645267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9318FEEC-7B40-4A17-97F6-13056E6324E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096794" y="4358800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2" name="Textplatzhalter 5">
            <a:extLst>
              <a:ext uri="{FF2B5EF4-FFF2-40B4-BE49-F238E27FC236}">
                <a16:creationId xmlns:a16="http://schemas.microsoft.com/office/drawing/2014/main" id="{B9CFCE95-E469-4D95-A6CC-1FFE619B24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63755" y="1717461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3" name="Textplatzhalter 5">
            <a:extLst>
              <a:ext uri="{FF2B5EF4-FFF2-40B4-BE49-F238E27FC236}">
                <a16:creationId xmlns:a16="http://schemas.microsoft.com/office/drawing/2014/main" id="{5E531BE2-9875-4391-BA88-DEB0C55F361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73085" y="2430616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4" name="Textplatzhalter 5">
            <a:extLst>
              <a:ext uri="{FF2B5EF4-FFF2-40B4-BE49-F238E27FC236}">
                <a16:creationId xmlns:a16="http://schemas.microsoft.com/office/drawing/2014/main" id="{E0E47797-2901-4B25-A1E2-E5EB8E7AA6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173085" y="3140592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5" name="Textplatzhalter 5">
            <a:extLst>
              <a:ext uri="{FF2B5EF4-FFF2-40B4-BE49-F238E27FC236}">
                <a16:creationId xmlns:a16="http://schemas.microsoft.com/office/drawing/2014/main" id="{CB2BAAEA-494F-47E0-BE02-9B049C44D0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163755" y="3851515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6" name="Textplatzhalter 5">
            <a:extLst>
              <a:ext uri="{FF2B5EF4-FFF2-40B4-BE49-F238E27FC236}">
                <a16:creationId xmlns:a16="http://schemas.microsoft.com/office/drawing/2014/main" id="{2B9D250D-EEED-43AA-B0A0-5DF0EC0F59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166657" y="4573079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43" name="Textplatzhalter 10">
            <a:extLst>
              <a:ext uri="{FF2B5EF4-FFF2-40B4-BE49-F238E27FC236}">
                <a16:creationId xmlns:a16="http://schemas.microsoft.com/office/drawing/2014/main" id="{85408A49-A7AD-4F90-9BB7-F428DADD8DF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44" name="Fußzeilenplatzhalter 48">
            <a:extLst>
              <a:ext uri="{FF2B5EF4-FFF2-40B4-BE49-F238E27FC236}">
                <a16:creationId xmlns:a16="http://schemas.microsoft.com/office/drawing/2014/main" id="{E0C231BF-8A9E-4D56-9EE8-6C569B182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443FEFC-BE4E-4ED4-9026-B8C7BD7513A6}"/>
              </a:ext>
            </a:extLst>
          </p:cNvPr>
          <p:cNvSpPr/>
          <p:nvPr userDrawn="1"/>
        </p:nvSpPr>
        <p:spPr>
          <a:xfrm>
            <a:off x="0" y="5605972"/>
            <a:ext cx="2273510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F7A671BC-DC8B-4CE6-A724-4840E3E0A511}"/>
              </a:ext>
            </a:extLst>
          </p:cNvPr>
          <p:cNvSpPr/>
          <p:nvPr userDrawn="1"/>
        </p:nvSpPr>
        <p:spPr>
          <a:xfrm>
            <a:off x="3088436" y="5089008"/>
            <a:ext cx="7287205" cy="72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Parallelogramm 46">
            <a:extLst>
              <a:ext uri="{FF2B5EF4-FFF2-40B4-BE49-F238E27FC236}">
                <a16:creationId xmlns:a16="http://schemas.microsoft.com/office/drawing/2014/main" id="{E9777272-C9D4-4498-B8E2-E5BF8EEA50EC}"/>
              </a:ext>
            </a:extLst>
          </p:cNvPr>
          <p:cNvSpPr/>
          <p:nvPr userDrawn="1"/>
        </p:nvSpPr>
        <p:spPr>
          <a:xfrm rot="5400000" flipV="1">
            <a:off x="2057053" y="5301125"/>
            <a:ext cx="1247842" cy="814926"/>
          </a:xfrm>
          <a:prstGeom prst="parallelogram">
            <a:avLst>
              <a:gd name="adj" fmla="val 65074"/>
            </a:avLst>
          </a:prstGeom>
          <a:solidFill>
            <a:schemeClr val="accent2">
              <a:lumMod val="60000"/>
              <a:lumOff val="40000"/>
              <a:alpha val="34118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E10716F1-D127-40FB-8668-7DB0844082DF}"/>
              </a:ext>
            </a:extLst>
          </p:cNvPr>
          <p:cNvSpPr/>
          <p:nvPr userDrawn="1"/>
        </p:nvSpPr>
        <p:spPr>
          <a:xfrm>
            <a:off x="10006312" y="5084667"/>
            <a:ext cx="720000" cy="720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platzhalter 5">
            <a:extLst>
              <a:ext uri="{FF2B5EF4-FFF2-40B4-BE49-F238E27FC236}">
                <a16:creationId xmlns:a16="http://schemas.microsoft.com/office/drawing/2014/main" id="{821FDC2E-08BB-4B3B-95EC-001B6CB92E2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-16295" y="5809155"/>
            <a:ext cx="2273506" cy="30311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50" name="Textplatzhalter 5">
            <a:extLst>
              <a:ext uri="{FF2B5EF4-FFF2-40B4-BE49-F238E27FC236}">
                <a16:creationId xmlns:a16="http://schemas.microsoft.com/office/drawing/2014/main" id="{2F9F04D3-4B1E-42E6-B73E-96A06E164C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096794" y="5086807"/>
            <a:ext cx="6755364" cy="704195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51" name="Textplatzhalter 5">
            <a:extLst>
              <a:ext uri="{FF2B5EF4-FFF2-40B4-BE49-F238E27FC236}">
                <a16:creationId xmlns:a16="http://schemas.microsoft.com/office/drawing/2014/main" id="{77EA9766-C86A-418B-B3B3-82A26FC0C5D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163755" y="5293055"/>
            <a:ext cx="405113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ICON</a:t>
            </a:r>
          </a:p>
        </p:txBody>
      </p:sp>
      <p:sp>
        <p:nvSpPr>
          <p:cNvPr id="67" name="Datumsplatzhalter 14">
            <a:extLst>
              <a:ext uri="{FF2B5EF4-FFF2-40B4-BE49-F238E27FC236}">
                <a16:creationId xmlns:a16="http://schemas.microsoft.com/office/drawing/2014/main" id="{1280460A-C8E2-448C-9F5E-9324A14CA04D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CBCD3943-03DE-4C1C-A5CD-53FE1455B241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8968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7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aphicFrame>
        <p:nvGraphicFramePr>
          <p:cNvPr id="19" name="Diagramm 18">
            <a:extLst>
              <a:ext uri="{FF2B5EF4-FFF2-40B4-BE49-F238E27FC236}">
                <a16:creationId xmlns:a16="http://schemas.microsoft.com/office/drawing/2014/main" id="{58622568-83D6-40DA-9AAA-3AF105CBBC7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797253008"/>
              </p:ext>
            </p:extLst>
          </p:nvPr>
        </p:nvGraphicFramePr>
        <p:xfrm>
          <a:off x="5924938" y="1440390"/>
          <a:ext cx="7071567" cy="4485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D66D2F22-17FD-43D0-A58E-912A47BA31E5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48885" y="1441450"/>
            <a:ext cx="6856983" cy="49117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Hauptebene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A2F90C9E-913A-45B2-A979-9DF28B85F81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42347" y="2374455"/>
            <a:ext cx="1871530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5B41DE41-C9A3-4176-B341-F1F3FDC35A5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755306" y="3612893"/>
            <a:ext cx="1871530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8E2B09AA-AEBE-473F-BF92-51EB42E113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31407" y="4539260"/>
            <a:ext cx="1871530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C31A39F2-2A7E-460E-8AB9-8E4EBC504E5B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7" name="Fußzeilenplatzhalter 48">
            <a:extLst>
              <a:ext uri="{FF2B5EF4-FFF2-40B4-BE49-F238E27FC236}">
                <a16:creationId xmlns:a16="http://schemas.microsoft.com/office/drawing/2014/main" id="{1A1ACB8F-28D4-4ADC-9F4A-F4EBFFF60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Datumsplatzhalter 14">
            <a:extLst>
              <a:ext uri="{FF2B5EF4-FFF2-40B4-BE49-F238E27FC236}">
                <a16:creationId xmlns:a16="http://schemas.microsoft.com/office/drawing/2014/main" id="{01265BA7-8F82-48FF-8DF7-C925CED262C6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6D790C0B-84B2-4DDC-9076-79021B616E8E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31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7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aphicFrame>
        <p:nvGraphicFramePr>
          <p:cNvPr id="19" name="Diagramm 18">
            <a:extLst>
              <a:ext uri="{FF2B5EF4-FFF2-40B4-BE49-F238E27FC236}">
                <a16:creationId xmlns:a16="http://schemas.microsoft.com/office/drawing/2014/main" id="{58622568-83D6-40DA-9AAA-3AF105CBBC7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56405800"/>
              </p:ext>
            </p:extLst>
          </p:nvPr>
        </p:nvGraphicFramePr>
        <p:xfrm>
          <a:off x="6448642" y="2218037"/>
          <a:ext cx="6469338" cy="4221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D66D2F22-17FD-43D0-A58E-912A47BA31E5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48885" y="1441450"/>
            <a:ext cx="6856983" cy="49117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Hauptebene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A2F90C9E-913A-45B2-A979-9DF28B85F81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08514" y="3090042"/>
            <a:ext cx="1871530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5B41DE41-C9A3-4176-B341-F1F3FDC35A5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072749" y="4242152"/>
            <a:ext cx="1871530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8E2B09AA-AEBE-473F-BF92-51EB42E113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72782" y="5109886"/>
            <a:ext cx="1871530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C31A39F2-2A7E-460E-8AB9-8E4EBC504E5B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7" name="Fußzeilenplatzhalter 48">
            <a:extLst>
              <a:ext uri="{FF2B5EF4-FFF2-40B4-BE49-F238E27FC236}">
                <a16:creationId xmlns:a16="http://schemas.microsoft.com/office/drawing/2014/main" id="{1A1ACB8F-28D4-4ADC-9F4A-F4EBFFF60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6AB24E3-1FC7-404C-90BB-0E28924F9D31}"/>
              </a:ext>
            </a:extLst>
          </p:cNvPr>
          <p:cNvGrpSpPr/>
          <p:nvPr userDrawn="1"/>
        </p:nvGrpSpPr>
        <p:grpSpPr>
          <a:xfrm rot="1205533">
            <a:off x="8791472" y="1282815"/>
            <a:ext cx="1309512" cy="1326901"/>
            <a:chOff x="2881125" y="197532"/>
            <a:chExt cx="1757838" cy="1757838"/>
          </a:xfrm>
          <a:solidFill>
            <a:schemeClr val="tx1">
              <a:lumMod val="40000"/>
              <a:lumOff val="60000"/>
            </a:schemeClr>
          </a:solidFill>
        </p:grpSpPr>
        <p:sp>
          <p:nvSpPr>
            <p:cNvPr id="18" name="Form 17">
              <a:extLst>
                <a:ext uri="{FF2B5EF4-FFF2-40B4-BE49-F238E27FC236}">
                  <a16:creationId xmlns:a16="http://schemas.microsoft.com/office/drawing/2014/main" id="{E9DA40C3-B3B7-4074-AE64-C0C98CD9B1D6}"/>
                </a:ext>
              </a:extLst>
            </p:cNvPr>
            <p:cNvSpPr/>
            <p:nvPr userDrawn="1"/>
          </p:nvSpPr>
          <p:spPr>
            <a:xfrm rot="20700000">
              <a:off x="2881125" y="197532"/>
              <a:ext cx="1757838" cy="1757838"/>
            </a:xfrm>
            <a:prstGeom prst="gear6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50000"/>
                <a:hueOff val="55691"/>
                <a:satOff val="1905"/>
                <a:lumOff val="26887"/>
                <a:alphaOff val="0"/>
              </a:schemeClr>
            </a:fillRef>
            <a:effectRef idx="0">
              <a:schemeClr val="accent2">
                <a:shade val="50000"/>
                <a:hueOff val="55691"/>
                <a:satOff val="1905"/>
                <a:lumOff val="2688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Form 4">
              <a:extLst>
                <a:ext uri="{FF2B5EF4-FFF2-40B4-BE49-F238E27FC236}">
                  <a16:creationId xmlns:a16="http://schemas.microsoft.com/office/drawing/2014/main" id="{12024C4B-EDA2-45F4-970C-0971EDF7EE1D}"/>
                </a:ext>
              </a:extLst>
            </p:cNvPr>
            <p:cNvSpPr txBox="1"/>
            <p:nvPr userDrawn="1"/>
          </p:nvSpPr>
          <p:spPr>
            <a:xfrm>
              <a:off x="3266670" y="583078"/>
              <a:ext cx="986747" cy="98674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000" kern="1200"/>
                <a:t> </a:t>
              </a:r>
              <a:r>
                <a:rPr lang="de-DE" kern="1200"/>
                <a:t> </a:t>
              </a:r>
              <a:endParaRPr lang="de-DE" sz="2000" kern="1200"/>
            </a:p>
          </p:txBody>
        </p:sp>
      </p:grp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A651CE81-AEB5-4FEE-B895-CFA3A6EF466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10462" y="1785019"/>
            <a:ext cx="1871530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26" name="Datumsplatzhalter 14">
            <a:extLst>
              <a:ext uri="{FF2B5EF4-FFF2-40B4-BE49-F238E27FC236}">
                <a16:creationId xmlns:a16="http://schemas.microsoft.com/office/drawing/2014/main" id="{F5BC9045-CAAA-488B-A7AB-AB5C18920774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5F675699-530A-468A-AE65-794D7C7C636C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9271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8721610-4F6C-4447-B4CB-3C55B5D5E8C6}"/>
              </a:ext>
            </a:extLst>
          </p:cNvPr>
          <p:cNvSpPr/>
          <p:nvPr userDrawn="1"/>
        </p:nvSpPr>
        <p:spPr>
          <a:xfrm>
            <a:off x="7555074" y="1533259"/>
            <a:ext cx="2929812" cy="2780523"/>
          </a:xfrm>
          <a:prstGeom prst="ellipse">
            <a:avLst/>
          </a:prstGeom>
          <a:solidFill>
            <a:srgbClr val="EE6600">
              <a:alpha val="56078"/>
            </a:srgb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3D82638-623B-4D9B-BE3D-32F83E9B10A2}"/>
              </a:ext>
            </a:extLst>
          </p:cNvPr>
          <p:cNvSpPr/>
          <p:nvPr userDrawn="1"/>
        </p:nvSpPr>
        <p:spPr>
          <a:xfrm>
            <a:off x="6395648" y="3477665"/>
            <a:ext cx="2929812" cy="2780523"/>
          </a:xfrm>
          <a:prstGeom prst="ellipse">
            <a:avLst/>
          </a:prstGeom>
          <a:solidFill>
            <a:schemeClr val="accent3">
              <a:alpha val="56078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C62C602-E00C-44B2-A0AC-C546ADBE2011}"/>
              </a:ext>
            </a:extLst>
          </p:cNvPr>
          <p:cNvSpPr/>
          <p:nvPr userDrawn="1"/>
        </p:nvSpPr>
        <p:spPr>
          <a:xfrm>
            <a:off x="8714500" y="3457768"/>
            <a:ext cx="2929812" cy="2780523"/>
          </a:xfrm>
          <a:prstGeom prst="ellipse">
            <a:avLst/>
          </a:prstGeom>
          <a:solidFill>
            <a:schemeClr val="accent1">
              <a:alpha val="56078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D82C17D-6246-4EB1-B5D4-278CB7D1FA3F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448886" y="1441450"/>
            <a:ext cx="5867938" cy="49117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Hauptebene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9D13652F-65A0-4376-903F-BD330AB0BE5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098971" y="1870254"/>
            <a:ext cx="1847462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Head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9A211121-AEAE-4838-B564-C2B93925418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890975" y="2369046"/>
            <a:ext cx="2250621" cy="891307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, sed do </a:t>
            </a:r>
            <a:r>
              <a:rPr lang="de-DE" err="1"/>
              <a:t>eiusmod</a:t>
            </a:r>
            <a:r>
              <a:rPr lang="de-DE"/>
              <a:t>. 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299C1FA8-DD2D-4626-A75D-CE14630B953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68093" y="4029447"/>
            <a:ext cx="1847462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Head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9C90F3D-0DB4-4EFC-88FF-4261E84448C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60097" y="4528239"/>
            <a:ext cx="2250621" cy="891307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, sed do </a:t>
            </a:r>
            <a:r>
              <a:rPr lang="de-DE" err="1"/>
              <a:t>eiusmod</a:t>
            </a:r>
            <a:r>
              <a:rPr lang="de-DE"/>
              <a:t>. 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D709A099-423F-425A-BAC0-3D2754DF0AC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37238" y="4032302"/>
            <a:ext cx="1847462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Head</a:t>
            </a: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E018DDD1-3CD5-4471-B991-D91DF3C119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29242" y="4531094"/>
            <a:ext cx="2250621" cy="891307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, sed do </a:t>
            </a:r>
            <a:r>
              <a:rPr lang="de-DE" err="1"/>
              <a:t>eiusmod</a:t>
            </a:r>
            <a:r>
              <a:rPr lang="de-DE"/>
              <a:t>. 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2E3E5D48-2CC4-445F-99CB-0D07626B054F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9" name="Fußzeilenplatzhalter 48">
            <a:extLst>
              <a:ext uri="{FF2B5EF4-FFF2-40B4-BE49-F238E27FC236}">
                <a16:creationId xmlns:a16="http://schemas.microsoft.com/office/drawing/2014/main" id="{EB5348E1-E652-432B-800B-54FAF0528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Datumsplatzhalter 14">
            <a:extLst>
              <a:ext uri="{FF2B5EF4-FFF2-40B4-BE49-F238E27FC236}">
                <a16:creationId xmlns:a16="http://schemas.microsoft.com/office/drawing/2014/main" id="{F30DD1C9-4E83-4A39-8BB0-627B47BFEB2F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7BC3CE43-88CF-41BE-8AA0-2E88B6854B9C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82596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67B5CB4B-404E-4E4A-8E1E-C35C645A5E6B}"/>
              </a:ext>
            </a:extLst>
          </p:cNvPr>
          <p:cNvSpPr/>
          <p:nvPr userDrawn="1"/>
        </p:nvSpPr>
        <p:spPr>
          <a:xfrm>
            <a:off x="736180" y="1538421"/>
            <a:ext cx="10717603" cy="47086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0" sx="85000" sy="85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398">
              <a:latin typeface="Open Sans" panose="020B0606030504020204" pitchFamily="34" charset="0"/>
            </a:endParaRPr>
          </a:p>
        </p:txBody>
      </p:sp>
      <p:graphicFrame>
        <p:nvGraphicFramePr>
          <p:cNvPr id="10" name="Table Placeholder 8">
            <a:extLst>
              <a:ext uri="{FF2B5EF4-FFF2-40B4-BE49-F238E27FC236}">
                <a16:creationId xmlns:a16="http://schemas.microsoft.com/office/drawing/2014/main" id="{E5E68524-F3B3-48AD-8CB8-11A86781D8B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61932287"/>
              </p:ext>
            </p:extLst>
          </p:nvPr>
        </p:nvGraphicFramePr>
        <p:xfrm>
          <a:off x="736180" y="1540395"/>
          <a:ext cx="10719639" cy="4708683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2120661">
                  <a:extLst>
                    <a:ext uri="{9D8B030D-6E8A-4147-A177-3AD203B41FA5}">
                      <a16:colId xmlns:a16="http://schemas.microsoft.com/office/drawing/2014/main" val="1823597065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1805201351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65032641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1900368840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1897671843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4195860165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3729985183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416037007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247339316"/>
                    </a:ext>
                  </a:extLst>
                </a:gridCol>
                <a:gridCol w="955442">
                  <a:extLst>
                    <a:ext uri="{9D8B030D-6E8A-4147-A177-3AD203B41FA5}">
                      <a16:colId xmlns:a16="http://schemas.microsoft.com/office/drawing/2014/main" val="320664182"/>
                    </a:ext>
                  </a:extLst>
                </a:gridCol>
              </a:tblGrid>
              <a:tr h="4703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736067"/>
                  </a:ext>
                </a:extLst>
              </a:tr>
              <a:tr h="70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0024"/>
                  </a:ext>
                </a:extLst>
              </a:tr>
              <a:tr h="70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74193"/>
                  </a:ext>
                </a:extLst>
              </a:tr>
              <a:tr h="70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414389"/>
                  </a:ext>
                </a:extLst>
              </a:tr>
              <a:tr h="70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19256"/>
                  </a:ext>
                </a:extLst>
              </a:tr>
              <a:tr h="70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712571"/>
                  </a:ext>
                </a:extLst>
              </a:tr>
              <a:tr h="7063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en-US" sz="1300" b="0" i="0">
                        <a:solidFill>
                          <a:schemeClr val="tx2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900" b="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5492" marR="125492" marT="60972" marB="60972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BCA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192119"/>
                  </a:ext>
                </a:extLst>
              </a:tr>
            </a:tbl>
          </a:graphicData>
        </a:graphic>
      </p:graphicFrame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571F0B94-4954-4292-87CB-C9CA6E23046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45836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0E179F43-AAF9-4283-A8CB-21F780696D0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804070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DA595F7F-27E7-4F8F-B361-4E9A9658B81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62304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028A0402-6F97-4CA1-A684-83D58F64819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720538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1A8DC033-9C13-4F3D-B964-AE0FA108142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78772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73B3D3A2-03B3-4BDB-A755-9477F9C5F70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37006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2AA7B0C5-C65D-49EB-AD5A-52F47D4EE40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595240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490BDC55-3660-4648-9813-E6F88EF166E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53474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31" name="Textplatzhalter 5">
            <a:extLst>
              <a:ext uri="{FF2B5EF4-FFF2-40B4-BE49-F238E27FC236}">
                <a16:creationId xmlns:a16="http://schemas.microsoft.com/office/drawing/2014/main" id="{6226CCAF-09C6-4628-82C9-01EBC12096A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511707" y="1620159"/>
            <a:ext cx="959017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KW00</a:t>
            </a:r>
          </a:p>
        </p:txBody>
      </p:sp>
      <p:sp>
        <p:nvSpPr>
          <p:cNvPr id="32" name="Textplatzhalter 5">
            <a:extLst>
              <a:ext uri="{FF2B5EF4-FFF2-40B4-BE49-F238E27FC236}">
                <a16:creationId xmlns:a16="http://schemas.microsoft.com/office/drawing/2014/main" id="{4B1B2AC2-43BC-4285-8AC5-F24C67E6A53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4144" y="1992889"/>
            <a:ext cx="2111692" cy="73165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Task 1</a:t>
            </a:r>
          </a:p>
        </p:txBody>
      </p:sp>
      <p:sp>
        <p:nvSpPr>
          <p:cNvPr id="33" name="Textplatzhalter 5">
            <a:extLst>
              <a:ext uri="{FF2B5EF4-FFF2-40B4-BE49-F238E27FC236}">
                <a16:creationId xmlns:a16="http://schemas.microsoft.com/office/drawing/2014/main" id="{7B990D40-D89E-4C8C-BE85-72A10EB0E62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4144" y="2733916"/>
            <a:ext cx="2111692" cy="68493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Task 2</a:t>
            </a:r>
          </a:p>
        </p:txBody>
      </p:sp>
      <p:sp>
        <p:nvSpPr>
          <p:cNvPr id="34" name="Textplatzhalter 5">
            <a:extLst>
              <a:ext uri="{FF2B5EF4-FFF2-40B4-BE49-F238E27FC236}">
                <a16:creationId xmlns:a16="http://schemas.microsoft.com/office/drawing/2014/main" id="{1320A998-C1BB-43BB-8E12-FA1E6F5738B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4144" y="3439148"/>
            <a:ext cx="2111692" cy="68493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Task 3</a:t>
            </a:r>
          </a:p>
        </p:txBody>
      </p:sp>
      <p:sp>
        <p:nvSpPr>
          <p:cNvPr id="35" name="Textplatzhalter 5">
            <a:extLst>
              <a:ext uri="{FF2B5EF4-FFF2-40B4-BE49-F238E27FC236}">
                <a16:creationId xmlns:a16="http://schemas.microsoft.com/office/drawing/2014/main" id="{FE51FA2C-9727-482E-BC4A-C5E3DF32639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4144" y="4124967"/>
            <a:ext cx="2111692" cy="68493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Task 4</a:t>
            </a:r>
          </a:p>
        </p:txBody>
      </p:sp>
      <p:sp>
        <p:nvSpPr>
          <p:cNvPr id="36" name="Textplatzhalter 5">
            <a:extLst>
              <a:ext uri="{FF2B5EF4-FFF2-40B4-BE49-F238E27FC236}">
                <a16:creationId xmlns:a16="http://schemas.microsoft.com/office/drawing/2014/main" id="{C40262CE-D012-4A67-95ED-BB852D23D1F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4144" y="4809904"/>
            <a:ext cx="2111692" cy="71860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Task 5</a:t>
            </a:r>
          </a:p>
        </p:txBody>
      </p:sp>
      <p:sp>
        <p:nvSpPr>
          <p:cNvPr id="37" name="Textplatzhalter 5">
            <a:extLst>
              <a:ext uri="{FF2B5EF4-FFF2-40B4-BE49-F238E27FC236}">
                <a16:creationId xmlns:a16="http://schemas.microsoft.com/office/drawing/2014/main" id="{93034E1E-5027-4181-8890-63A31BF9B30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41597" y="5528505"/>
            <a:ext cx="2111692" cy="68493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Task 6</a:t>
            </a:r>
          </a:p>
        </p:txBody>
      </p:sp>
      <p:sp>
        <p:nvSpPr>
          <p:cNvPr id="38" name="Textplatzhalter 10">
            <a:extLst>
              <a:ext uri="{FF2B5EF4-FFF2-40B4-BE49-F238E27FC236}">
                <a16:creationId xmlns:a16="http://schemas.microsoft.com/office/drawing/2014/main" id="{632F4A07-1B41-479C-A304-FD32AC9D42E6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39" name="Fußzeilenplatzhalter 48">
            <a:extLst>
              <a:ext uri="{FF2B5EF4-FFF2-40B4-BE49-F238E27FC236}">
                <a16:creationId xmlns:a16="http://schemas.microsoft.com/office/drawing/2014/main" id="{F5C733F7-7757-4C36-8B80-18783AF9B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40" name="Datumsplatzhalter 14">
            <a:extLst>
              <a:ext uri="{FF2B5EF4-FFF2-40B4-BE49-F238E27FC236}">
                <a16:creationId xmlns:a16="http://schemas.microsoft.com/office/drawing/2014/main" id="{CC330BA7-3A52-424B-8408-43BA4DD21E87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709FEE09-F8D1-43A7-85D4-3E969AB35BCC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80231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- Grafik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graphicFrame>
        <p:nvGraphicFramePr>
          <p:cNvPr id="10" name="Table Placeholder 17">
            <a:extLst>
              <a:ext uri="{FF2B5EF4-FFF2-40B4-BE49-F238E27FC236}">
                <a16:creationId xmlns:a16="http://schemas.microsoft.com/office/drawing/2014/main" id="{6062F128-038A-4252-854F-76657C4BFD49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107353671"/>
              </p:ext>
            </p:extLst>
          </p:nvPr>
        </p:nvGraphicFramePr>
        <p:xfrm>
          <a:off x="732955" y="1515265"/>
          <a:ext cx="10726085" cy="4760917"/>
        </p:xfrm>
        <a:graphic>
          <a:graphicData uri="http://schemas.openxmlformats.org/drawingml/2006/table">
            <a:tbl>
              <a:tblPr firstRow="1" bandRow="1">
                <a:effectLst>
                  <a:outerShdw blurRad="1206500" sx="85000" sy="85000" algn="ctr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8476337">
                  <a:extLst>
                    <a:ext uri="{9D8B030D-6E8A-4147-A177-3AD203B41FA5}">
                      <a16:colId xmlns:a16="http://schemas.microsoft.com/office/drawing/2014/main" val="3067797041"/>
                    </a:ext>
                  </a:extLst>
                </a:gridCol>
                <a:gridCol w="2249748">
                  <a:extLst>
                    <a:ext uri="{9D8B030D-6E8A-4147-A177-3AD203B41FA5}">
                      <a16:colId xmlns:a16="http://schemas.microsoft.com/office/drawing/2014/main" val="501708935"/>
                    </a:ext>
                  </a:extLst>
                </a:gridCol>
              </a:tblGrid>
              <a:tr h="680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300" b="0" i="0"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08773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300" b="0" i="0"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81288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678602"/>
                  </a:ext>
                </a:extLst>
              </a:tr>
              <a:tr h="680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08773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81288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802931"/>
                  </a:ext>
                </a:extLst>
              </a:tr>
              <a:tr h="680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08773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81288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75503"/>
                  </a:ext>
                </a:extLst>
              </a:tr>
              <a:tr h="680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08773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81288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493047"/>
                  </a:ext>
                </a:extLst>
              </a:tr>
              <a:tr h="680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08773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81288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33884"/>
                  </a:ext>
                </a:extLst>
              </a:tr>
              <a:tr h="680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08773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6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81288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CA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6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68756"/>
                  </a:ext>
                </a:extLst>
              </a:tr>
              <a:tr h="680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08773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616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300" b="0" i="0">
                        <a:solidFill>
                          <a:schemeClr val="tx1"/>
                        </a:solidFill>
                        <a:latin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81288" marR="181288" marT="96000" marB="9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6161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063438"/>
                  </a:ext>
                </a:extLst>
              </a:tr>
            </a:tbl>
          </a:graphicData>
        </a:graphic>
      </p:graphicFrame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6825804B-2AA0-4BFC-9ABF-FA3BE8A5755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2955" y="1732126"/>
            <a:ext cx="6992792" cy="292965"/>
          </a:xfrm>
        </p:spPr>
        <p:txBody>
          <a:bodyPr anchor="ctr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Title</a:t>
            </a:r>
          </a:p>
        </p:txBody>
      </p:sp>
      <p:sp>
        <p:nvSpPr>
          <p:cNvPr id="18" name="Textplatzhalter 5">
            <a:extLst>
              <a:ext uri="{FF2B5EF4-FFF2-40B4-BE49-F238E27FC236}">
                <a16:creationId xmlns:a16="http://schemas.microsoft.com/office/drawing/2014/main" id="{2D41097B-9D73-468F-824A-4A034CA0D16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71992" y="1732126"/>
            <a:ext cx="2287048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6F6579A3-D532-4E01-833A-752FA945CE9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75102" y="2388376"/>
            <a:ext cx="2287048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XX,XX EUR</a:t>
            </a:r>
          </a:p>
        </p:txBody>
      </p:sp>
      <p:sp>
        <p:nvSpPr>
          <p:cNvPr id="20" name="Textplatzhalter 5">
            <a:extLst>
              <a:ext uri="{FF2B5EF4-FFF2-40B4-BE49-F238E27FC236}">
                <a16:creationId xmlns:a16="http://schemas.microsoft.com/office/drawing/2014/main" id="{75BDD26A-3DCC-4E50-B769-B288234CF6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32955" y="2388375"/>
            <a:ext cx="6992792" cy="292965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enim</a:t>
            </a:r>
            <a:r>
              <a:rPr lang="de-DE"/>
              <a:t> ad minim </a:t>
            </a:r>
            <a:r>
              <a:rPr lang="de-DE" err="1"/>
              <a:t>veniam</a:t>
            </a:r>
            <a:r>
              <a:rPr lang="de-DE"/>
              <a:t>, </a:t>
            </a:r>
            <a:r>
              <a:rPr lang="de-DE" err="1"/>
              <a:t>quis</a:t>
            </a:r>
            <a:r>
              <a:rPr lang="de-DE"/>
              <a:t> </a:t>
            </a:r>
            <a:r>
              <a:rPr lang="de-DE" err="1"/>
              <a:t>nostrud</a:t>
            </a:r>
            <a:r>
              <a:rPr lang="de-DE"/>
              <a:t> </a:t>
            </a:r>
            <a:r>
              <a:rPr lang="de-DE" err="1"/>
              <a:t>exercitation</a:t>
            </a:r>
            <a:endParaRPr lang="de-DE"/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80E3848E-770C-4142-87CE-D49098E1902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75102" y="3088298"/>
            <a:ext cx="2287048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XX,XX EUR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FC60A778-0167-4DB9-A3D8-73A7E936040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2955" y="3088297"/>
            <a:ext cx="6992792" cy="292965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enim</a:t>
            </a:r>
            <a:r>
              <a:rPr lang="de-DE"/>
              <a:t> ad minim </a:t>
            </a:r>
            <a:r>
              <a:rPr lang="de-DE" err="1"/>
              <a:t>veniam</a:t>
            </a:r>
            <a:r>
              <a:rPr lang="de-DE"/>
              <a:t>, </a:t>
            </a:r>
            <a:r>
              <a:rPr lang="de-DE" err="1"/>
              <a:t>quis</a:t>
            </a:r>
            <a:r>
              <a:rPr lang="de-DE"/>
              <a:t> </a:t>
            </a:r>
            <a:r>
              <a:rPr lang="de-DE" err="1"/>
              <a:t>nostrud</a:t>
            </a:r>
            <a:r>
              <a:rPr lang="de-DE"/>
              <a:t> </a:t>
            </a:r>
            <a:r>
              <a:rPr lang="de-DE" err="1"/>
              <a:t>exercitation</a:t>
            </a:r>
            <a:endParaRPr lang="de-DE"/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A84CEE2F-FEB9-47A9-9F57-F3434EBF6D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175102" y="3771142"/>
            <a:ext cx="2287048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XX,XX EUR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F808301A-FF9E-4F6C-A478-E556A3033B3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2955" y="3771141"/>
            <a:ext cx="6992792" cy="292965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enim</a:t>
            </a:r>
            <a:r>
              <a:rPr lang="de-DE"/>
              <a:t> ad minim </a:t>
            </a:r>
            <a:r>
              <a:rPr lang="de-DE" err="1"/>
              <a:t>veniam</a:t>
            </a:r>
            <a:r>
              <a:rPr lang="de-DE"/>
              <a:t>, </a:t>
            </a:r>
            <a:r>
              <a:rPr lang="de-DE" err="1"/>
              <a:t>quis</a:t>
            </a:r>
            <a:r>
              <a:rPr lang="de-DE"/>
              <a:t> </a:t>
            </a:r>
            <a:r>
              <a:rPr lang="de-DE" err="1"/>
              <a:t>nostrud</a:t>
            </a:r>
            <a:r>
              <a:rPr lang="de-DE"/>
              <a:t> </a:t>
            </a:r>
            <a:r>
              <a:rPr lang="de-DE" err="1"/>
              <a:t>exercitation</a:t>
            </a:r>
            <a:endParaRPr lang="de-DE"/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2CA53413-8B70-43F1-8287-2134192D7F6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75102" y="4439391"/>
            <a:ext cx="2287048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XX,XX EUR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177CCAFC-E649-4ED9-B329-F8D38E57975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55" y="4439390"/>
            <a:ext cx="6992792" cy="292965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enim</a:t>
            </a:r>
            <a:r>
              <a:rPr lang="de-DE"/>
              <a:t> ad minim </a:t>
            </a:r>
            <a:r>
              <a:rPr lang="de-DE" err="1"/>
              <a:t>veniam</a:t>
            </a:r>
            <a:r>
              <a:rPr lang="de-DE"/>
              <a:t>, </a:t>
            </a:r>
            <a:r>
              <a:rPr lang="de-DE" err="1"/>
              <a:t>quis</a:t>
            </a:r>
            <a:r>
              <a:rPr lang="de-DE"/>
              <a:t> </a:t>
            </a:r>
            <a:r>
              <a:rPr lang="de-DE" err="1"/>
              <a:t>nostrud</a:t>
            </a:r>
            <a:r>
              <a:rPr lang="de-DE"/>
              <a:t> </a:t>
            </a:r>
            <a:r>
              <a:rPr lang="de-DE" err="1"/>
              <a:t>exercitation</a:t>
            </a:r>
            <a:endParaRPr lang="de-DE"/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2144CB96-912A-4ADB-95A1-C622F76D4B4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175102" y="5107640"/>
            <a:ext cx="2287048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XX,XX EUR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2AD1BFFF-F037-4AE2-893E-850910B787E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2955" y="5107639"/>
            <a:ext cx="6992792" cy="292965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enim</a:t>
            </a:r>
            <a:r>
              <a:rPr lang="de-DE"/>
              <a:t> ad minim </a:t>
            </a:r>
            <a:r>
              <a:rPr lang="de-DE" err="1"/>
              <a:t>veniam</a:t>
            </a:r>
            <a:r>
              <a:rPr lang="de-DE"/>
              <a:t>, </a:t>
            </a:r>
            <a:r>
              <a:rPr lang="de-DE" err="1"/>
              <a:t>quis</a:t>
            </a:r>
            <a:r>
              <a:rPr lang="de-DE"/>
              <a:t> </a:t>
            </a:r>
            <a:r>
              <a:rPr lang="de-DE" err="1"/>
              <a:t>nostrud</a:t>
            </a:r>
            <a:r>
              <a:rPr lang="de-DE"/>
              <a:t> </a:t>
            </a:r>
            <a:r>
              <a:rPr lang="de-DE" err="1"/>
              <a:t>exercitation</a:t>
            </a:r>
            <a:endParaRPr lang="de-DE"/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6389E406-0559-4557-B0C2-13A36CE0710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175102" y="5766358"/>
            <a:ext cx="2287048" cy="29296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XX,XX EUR</a:t>
            </a:r>
          </a:p>
        </p:txBody>
      </p:sp>
      <p:sp>
        <p:nvSpPr>
          <p:cNvPr id="30" name="Textplatzhalter 5">
            <a:extLst>
              <a:ext uri="{FF2B5EF4-FFF2-40B4-BE49-F238E27FC236}">
                <a16:creationId xmlns:a16="http://schemas.microsoft.com/office/drawing/2014/main" id="{9F02C38E-60D8-4F2F-9EA8-3E99B45502F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2955" y="5766357"/>
            <a:ext cx="6992792" cy="292965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Summe</a:t>
            </a:r>
          </a:p>
        </p:txBody>
      </p:sp>
      <p:sp>
        <p:nvSpPr>
          <p:cNvPr id="31" name="Textplatzhalter 10">
            <a:extLst>
              <a:ext uri="{FF2B5EF4-FFF2-40B4-BE49-F238E27FC236}">
                <a16:creationId xmlns:a16="http://schemas.microsoft.com/office/drawing/2014/main" id="{2200B307-54C4-41DA-90BC-F9019425BE66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32" name="Fußzeilenplatzhalter 48">
            <a:extLst>
              <a:ext uri="{FF2B5EF4-FFF2-40B4-BE49-F238E27FC236}">
                <a16:creationId xmlns:a16="http://schemas.microsoft.com/office/drawing/2014/main" id="{2F847119-CF0F-435B-8B95-A21464C90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Datumsplatzhalter 14">
            <a:extLst>
              <a:ext uri="{FF2B5EF4-FFF2-40B4-BE49-F238E27FC236}">
                <a16:creationId xmlns:a16="http://schemas.microsoft.com/office/drawing/2014/main" id="{2B083FC5-EDA8-484C-880E-D435C4861D10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D295D549-A2FB-4377-8375-25D2963829AC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9153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Grafik 11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642F99B9-E984-40D0-BE60-BB7769FC1203}"/>
              </a:ext>
            </a:extLst>
          </p:cNvPr>
          <p:cNvSpPr/>
          <p:nvPr userDrawn="1"/>
        </p:nvSpPr>
        <p:spPr>
          <a:xfrm>
            <a:off x="5193949" y="3061865"/>
            <a:ext cx="1764000" cy="176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0B8BC919-5480-469B-A8FD-34DCAFC2CD2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0" name="Fußzeilenplatzhalter 48">
            <a:extLst>
              <a:ext uri="{FF2B5EF4-FFF2-40B4-BE49-F238E27FC236}">
                <a16:creationId xmlns:a16="http://schemas.microsoft.com/office/drawing/2014/main" id="{61D4F697-CA10-44A7-A841-D470BA2E9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0AC9311-505A-4DD0-B8D2-C7F66F4AE0CD}"/>
              </a:ext>
            </a:extLst>
          </p:cNvPr>
          <p:cNvSpPr/>
          <p:nvPr userDrawn="1"/>
        </p:nvSpPr>
        <p:spPr>
          <a:xfrm>
            <a:off x="4995949" y="2899865"/>
            <a:ext cx="2160000" cy="2088000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96705F84-2BE7-4658-86D9-BE2728D50444}"/>
              </a:ext>
            </a:extLst>
          </p:cNvPr>
          <p:cNvCxnSpPr>
            <a:stCxn id="21" idx="7"/>
          </p:cNvCxnSpPr>
          <p:nvPr userDrawn="1"/>
        </p:nvCxnSpPr>
        <p:spPr>
          <a:xfrm rot="5400000" flipH="1" flipV="1">
            <a:off x="7215274" y="2305870"/>
            <a:ext cx="498671" cy="1529985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C998102E-FF05-4C35-93A0-121F37930DAF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7215281" y="4044865"/>
            <a:ext cx="498672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18225E91-CD8F-4BC7-9FAA-B7222C4E9DE2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445407" y="2304998"/>
            <a:ext cx="500400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D8954134-C122-4B5C-9A9D-4B8384A0C7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930607" y="4575665"/>
            <a:ext cx="1530000" cy="5004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BD10E6E-8EBC-42E7-8A3D-D1352B7AE7DA}"/>
              </a:ext>
            </a:extLst>
          </p:cNvPr>
          <p:cNvCxnSpPr>
            <a:cxnSpLocks/>
          </p:cNvCxnSpPr>
          <p:nvPr userDrawn="1"/>
        </p:nvCxnSpPr>
        <p:spPr>
          <a:xfrm flipH="1">
            <a:off x="3033949" y="3943865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02810FC-459E-4653-BA65-E497A087A80D}"/>
              </a:ext>
            </a:extLst>
          </p:cNvPr>
          <p:cNvCxnSpPr>
            <a:cxnSpLocks/>
            <a:endCxn id="21" idx="6"/>
          </p:cNvCxnSpPr>
          <p:nvPr userDrawn="1"/>
        </p:nvCxnSpPr>
        <p:spPr>
          <a:xfrm flipH="1">
            <a:off x="6957949" y="3943865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34EBBA19-98CD-4302-A3C4-0065F78CEFB9}"/>
              </a:ext>
            </a:extLst>
          </p:cNvPr>
          <p:cNvSpPr/>
          <p:nvPr userDrawn="1"/>
        </p:nvSpPr>
        <p:spPr>
          <a:xfrm>
            <a:off x="3577192" y="4896065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3A249F8-67C4-4C0A-BA83-F1EB71C35BC7}"/>
              </a:ext>
            </a:extLst>
          </p:cNvPr>
          <p:cNvSpPr/>
          <p:nvPr userDrawn="1"/>
        </p:nvSpPr>
        <p:spPr>
          <a:xfrm>
            <a:off x="3577592" y="2639798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01053FD-15C0-45E3-9C33-70BF7E4222DC}"/>
              </a:ext>
            </a:extLst>
          </p:cNvPr>
          <p:cNvSpPr/>
          <p:nvPr userDrawn="1"/>
        </p:nvSpPr>
        <p:spPr>
          <a:xfrm>
            <a:off x="8229602" y="4879201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392E83E-5160-4EE5-81EA-C58F7AAFFE5C}"/>
              </a:ext>
            </a:extLst>
          </p:cNvPr>
          <p:cNvSpPr/>
          <p:nvPr userDrawn="1"/>
        </p:nvSpPr>
        <p:spPr>
          <a:xfrm>
            <a:off x="8229602" y="2639798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33F3D23-E6F1-4410-BE68-55A56A02362F}"/>
              </a:ext>
            </a:extLst>
          </p:cNvPr>
          <p:cNvSpPr/>
          <p:nvPr userDrawn="1"/>
        </p:nvSpPr>
        <p:spPr>
          <a:xfrm>
            <a:off x="9117949" y="3763865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BB55986-5E88-4B3A-8A38-5A90C9055028}"/>
              </a:ext>
            </a:extLst>
          </p:cNvPr>
          <p:cNvSpPr/>
          <p:nvPr userDrawn="1"/>
        </p:nvSpPr>
        <p:spPr>
          <a:xfrm>
            <a:off x="2673949" y="3763865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8" name="Grafik 47" descr="Fragezeichen">
            <a:extLst>
              <a:ext uri="{FF2B5EF4-FFF2-40B4-BE49-F238E27FC236}">
                <a16:creationId xmlns:a16="http://schemas.microsoft.com/office/drawing/2014/main" id="{171DF3E1-39F3-4A14-B31E-47A05DFC9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0074" y="3145459"/>
            <a:ext cx="360000" cy="360000"/>
          </a:xfrm>
          <a:prstGeom prst="rect">
            <a:avLst/>
          </a:prstGeom>
        </p:spPr>
      </p:pic>
      <p:pic>
        <p:nvPicPr>
          <p:cNvPr id="50" name="Grafik 49" descr="Ausrufezeichen">
            <a:extLst>
              <a:ext uri="{FF2B5EF4-FFF2-40B4-BE49-F238E27FC236}">
                <a16:creationId xmlns:a16="http://schemas.microsoft.com/office/drawing/2014/main" id="{DFD57962-70C8-4C39-AC02-B120357348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5221" y="4054941"/>
            <a:ext cx="360000" cy="360000"/>
          </a:xfrm>
          <a:prstGeom prst="rect">
            <a:avLst/>
          </a:prstGeom>
        </p:spPr>
      </p:pic>
      <p:pic>
        <p:nvPicPr>
          <p:cNvPr id="51" name="Grafik 50" descr="Fragezeichen">
            <a:extLst>
              <a:ext uri="{FF2B5EF4-FFF2-40B4-BE49-F238E27FC236}">
                <a16:creationId xmlns:a16="http://schemas.microsoft.com/office/drawing/2014/main" id="{7C22B766-8385-4F88-9BD9-7CFBB42105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9968" y="3348785"/>
            <a:ext cx="468000" cy="468000"/>
          </a:xfrm>
          <a:prstGeom prst="rect">
            <a:avLst/>
          </a:prstGeom>
        </p:spPr>
      </p:pic>
      <p:pic>
        <p:nvPicPr>
          <p:cNvPr id="52" name="Grafik 51" descr="Ausrufezeichen">
            <a:extLst>
              <a:ext uri="{FF2B5EF4-FFF2-40B4-BE49-F238E27FC236}">
                <a16:creationId xmlns:a16="http://schemas.microsoft.com/office/drawing/2014/main" id="{5E02FD55-BE5E-4DFF-8C63-66104330BB5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4416" y="3475865"/>
            <a:ext cx="468000" cy="468000"/>
          </a:xfrm>
          <a:prstGeom prst="rect">
            <a:avLst/>
          </a:prstGeom>
        </p:spPr>
      </p:pic>
      <p:pic>
        <p:nvPicPr>
          <p:cNvPr id="53" name="Grafik 52" descr="Fragezeichen">
            <a:extLst>
              <a:ext uri="{FF2B5EF4-FFF2-40B4-BE49-F238E27FC236}">
                <a16:creationId xmlns:a16="http://schemas.microsoft.com/office/drawing/2014/main" id="{C7510AA2-8FEA-48D9-9F38-83C329A894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9050" y="3395684"/>
            <a:ext cx="576000" cy="576000"/>
          </a:xfrm>
          <a:prstGeom prst="rect">
            <a:avLst/>
          </a:prstGeom>
        </p:spPr>
      </p:pic>
      <p:pic>
        <p:nvPicPr>
          <p:cNvPr id="54" name="Grafik 53" descr="Ausrufezeichen">
            <a:extLst>
              <a:ext uri="{FF2B5EF4-FFF2-40B4-BE49-F238E27FC236}">
                <a16:creationId xmlns:a16="http://schemas.microsoft.com/office/drawing/2014/main" id="{01A4AFDD-0330-44FD-AC5B-3F17497597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8515" y="4149174"/>
            <a:ext cx="576000" cy="576000"/>
          </a:xfrm>
          <a:prstGeom prst="rect">
            <a:avLst/>
          </a:prstGeom>
        </p:spPr>
      </p:pic>
      <p:pic>
        <p:nvPicPr>
          <p:cNvPr id="55" name="Grafik 54" descr="Fragezeichen">
            <a:extLst>
              <a:ext uri="{FF2B5EF4-FFF2-40B4-BE49-F238E27FC236}">
                <a16:creationId xmlns:a16="http://schemas.microsoft.com/office/drawing/2014/main" id="{1338EE89-3D8E-4509-8FEC-8B4C7D1227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86945" y="3925074"/>
            <a:ext cx="468000" cy="468000"/>
          </a:xfrm>
          <a:prstGeom prst="rect">
            <a:avLst/>
          </a:prstGeom>
        </p:spPr>
      </p:pic>
      <p:pic>
        <p:nvPicPr>
          <p:cNvPr id="56" name="Grafik 55" descr="Ausrufezeichen">
            <a:extLst>
              <a:ext uri="{FF2B5EF4-FFF2-40B4-BE49-F238E27FC236}">
                <a16:creationId xmlns:a16="http://schemas.microsoft.com/office/drawing/2014/main" id="{F3CA2FEC-CAC5-4FC4-9C82-3491717717F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54225" y="3757041"/>
            <a:ext cx="468000" cy="468000"/>
          </a:xfrm>
          <a:prstGeom prst="rect">
            <a:avLst/>
          </a:prstGeom>
        </p:spPr>
      </p:pic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07CB2511-7154-4815-AC7A-6FB185B55B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433" y="234953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EE47EEBB-B072-4036-83E4-22179157CB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6433" y="448406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2" name="Textplatzhalter 5">
            <a:extLst>
              <a:ext uri="{FF2B5EF4-FFF2-40B4-BE49-F238E27FC236}">
                <a16:creationId xmlns:a16="http://schemas.microsoft.com/office/drawing/2014/main" id="{BCC946B3-DD8C-4F9A-B3EE-7FBC2DF680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433" y="3416801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3" name="Textplatzhalter 5">
            <a:extLst>
              <a:ext uri="{FF2B5EF4-FFF2-40B4-BE49-F238E27FC236}">
                <a16:creationId xmlns:a16="http://schemas.microsoft.com/office/drawing/2014/main" id="{AD480356-E6D7-442C-B0A0-EC628499F4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5935" y="234953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4" name="Textplatzhalter 5">
            <a:extLst>
              <a:ext uri="{FF2B5EF4-FFF2-40B4-BE49-F238E27FC236}">
                <a16:creationId xmlns:a16="http://schemas.microsoft.com/office/drawing/2014/main" id="{8850C68F-80B2-4F87-AD56-A6D0710B1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5935" y="448406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5" name="Textplatzhalter 5">
            <a:extLst>
              <a:ext uri="{FF2B5EF4-FFF2-40B4-BE49-F238E27FC236}">
                <a16:creationId xmlns:a16="http://schemas.microsoft.com/office/drawing/2014/main" id="{BFC765A9-5E5B-4D6A-91BB-F7EA54CD6D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4617" y="3416801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36" name="Datumsplatzhalter 14">
            <a:extLst>
              <a:ext uri="{FF2B5EF4-FFF2-40B4-BE49-F238E27FC236}">
                <a16:creationId xmlns:a16="http://schemas.microsoft.com/office/drawing/2014/main" id="{7D66D4D3-2E98-4889-BAEA-075A3E102D09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0896E743-CA06-4DC4-98BA-D1485EDFFD8D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46129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Grafik 11 (7-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642F99B9-E984-40D0-BE60-BB7769FC1203}"/>
              </a:ext>
            </a:extLst>
          </p:cNvPr>
          <p:cNvSpPr/>
          <p:nvPr userDrawn="1"/>
        </p:nvSpPr>
        <p:spPr>
          <a:xfrm>
            <a:off x="5193949" y="3818327"/>
            <a:ext cx="1764000" cy="176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0B8BC919-5480-469B-A8FD-34DCAFC2CD2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0" name="Fußzeilenplatzhalter 48">
            <a:extLst>
              <a:ext uri="{FF2B5EF4-FFF2-40B4-BE49-F238E27FC236}">
                <a16:creationId xmlns:a16="http://schemas.microsoft.com/office/drawing/2014/main" id="{61D4F697-CA10-44A7-A841-D470BA2E9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0AC9311-505A-4DD0-B8D2-C7F66F4AE0CD}"/>
              </a:ext>
            </a:extLst>
          </p:cNvPr>
          <p:cNvSpPr/>
          <p:nvPr userDrawn="1"/>
        </p:nvSpPr>
        <p:spPr>
          <a:xfrm>
            <a:off x="4995949" y="3656327"/>
            <a:ext cx="2160000" cy="2088000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96705F84-2BE7-4658-86D9-BE2728D50444}"/>
              </a:ext>
            </a:extLst>
          </p:cNvPr>
          <p:cNvCxnSpPr>
            <a:stCxn id="21" idx="7"/>
          </p:cNvCxnSpPr>
          <p:nvPr userDrawn="1"/>
        </p:nvCxnSpPr>
        <p:spPr>
          <a:xfrm rot="5400000" flipH="1" flipV="1">
            <a:off x="7215274" y="3062332"/>
            <a:ext cx="498671" cy="1529985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C998102E-FF05-4C35-93A0-121F37930DAF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7215281" y="4801327"/>
            <a:ext cx="498672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18225E91-CD8F-4BC7-9FAA-B7222C4E9DE2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445407" y="3061460"/>
            <a:ext cx="500400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D8954134-C122-4B5C-9A9D-4B8384A0C7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930607" y="5332127"/>
            <a:ext cx="1530000" cy="5004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BD10E6E-8EBC-42E7-8A3D-D1352B7AE7DA}"/>
              </a:ext>
            </a:extLst>
          </p:cNvPr>
          <p:cNvCxnSpPr>
            <a:cxnSpLocks/>
          </p:cNvCxnSpPr>
          <p:nvPr userDrawn="1"/>
        </p:nvCxnSpPr>
        <p:spPr>
          <a:xfrm flipH="1">
            <a:off x="3033949" y="4700327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02810FC-459E-4653-BA65-E497A087A80D}"/>
              </a:ext>
            </a:extLst>
          </p:cNvPr>
          <p:cNvCxnSpPr>
            <a:cxnSpLocks/>
            <a:endCxn id="21" idx="6"/>
          </p:cNvCxnSpPr>
          <p:nvPr userDrawn="1"/>
        </p:nvCxnSpPr>
        <p:spPr>
          <a:xfrm flipH="1">
            <a:off x="6957949" y="4700327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34EBBA19-98CD-4302-A3C4-0065F78CEFB9}"/>
              </a:ext>
            </a:extLst>
          </p:cNvPr>
          <p:cNvSpPr/>
          <p:nvPr userDrawn="1"/>
        </p:nvSpPr>
        <p:spPr>
          <a:xfrm>
            <a:off x="3577192" y="5652527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3A249F8-67C4-4C0A-BA83-F1EB71C35BC7}"/>
              </a:ext>
            </a:extLst>
          </p:cNvPr>
          <p:cNvSpPr/>
          <p:nvPr userDrawn="1"/>
        </p:nvSpPr>
        <p:spPr>
          <a:xfrm>
            <a:off x="3577592" y="3396260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01053FD-15C0-45E3-9C33-70BF7E4222DC}"/>
              </a:ext>
            </a:extLst>
          </p:cNvPr>
          <p:cNvSpPr/>
          <p:nvPr userDrawn="1"/>
        </p:nvSpPr>
        <p:spPr>
          <a:xfrm>
            <a:off x="8229602" y="5635663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392E83E-5160-4EE5-81EA-C58F7AAFFE5C}"/>
              </a:ext>
            </a:extLst>
          </p:cNvPr>
          <p:cNvSpPr/>
          <p:nvPr userDrawn="1"/>
        </p:nvSpPr>
        <p:spPr>
          <a:xfrm>
            <a:off x="8229602" y="3396260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33F3D23-E6F1-4410-BE68-55A56A02362F}"/>
              </a:ext>
            </a:extLst>
          </p:cNvPr>
          <p:cNvSpPr/>
          <p:nvPr userDrawn="1"/>
        </p:nvSpPr>
        <p:spPr>
          <a:xfrm>
            <a:off x="9117949" y="4520327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BB55986-5E88-4B3A-8A38-5A90C9055028}"/>
              </a:ext>
            </a:extLst>
          </p:cNvPr>
          <p:cNvSpPr/>
          <p:nvPr userDrawn="1"/>
        </p:nvSpPr>
        <p:spPr>
          <a:xfrm>
            <a:off x="2673949" y="4520327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8" name="Grafik 47" descr="Fragezeichen">
            <a:extLst>
              <a:ext uri="{FF2B5EF4-FFF2-40B4-BE49-F238E27FC236}">
                <a16:creationId xmlns:a16="http://schemas.microsoft.com/office/drawing/2014/main" id="{171DF3E1-39F3-4A14-B31E-47A05DFC9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0074" y="3901921"/>
            <a:ext cx="360000" cy="360000"/>
          </a:xfrm>
          <a:prstGeom prst="rect">
            <a:avLst/>
          </a:prstGeom>
        </p:spPr>
      </p:pic>
      <p:pic>
        <p:nvPicPr>
          <p:cNvPr id="50" name="Grafik 49" descr="Ausrufezeichen">
            <a:extLst>
              <a:ext uri="{FF2B5EF4-FFF2-40B4-BE49-F238E27FC236}">
                <a16:creationId xmlns:a16="http://schemas.microsoft.com/office/drawing/2014/main" id="{DFD57962-70C8-4C39-AC02-B120357348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5221" y="4811403"/>
            <a:ext cx="360000" cy="360000"/>
          </a:xfrm>
          <a:prstGeom prst="rect">
            <a:avLst/>
          </a:prstGeom>
        </p:spPr>
      </p:pic>
      <p:pic>
        <p:nvPicPr>
          <p:cNvPr id="51" name="Grafik 50" descr="Fragezeichen">
            <a:extLst>
              <a:ext uri="{FF2B5EF4-FFF2-40B4-BE49-F238E27FC236}">
                <a16:creationId xmlns:a16="http://schemas.microsoft.com/office/drawing/2014/main" id="{7C22B766-8385-4F88-9BD9-7CFBB42105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9968" y="4105247"/>
            <a:ext cx="468000" cy="468000"/>
          </a:xfrm>
          <a:prstGeom prst="rect">
            <a:avLst/>
          </a:prstGeom>
        </p:spPr>
      </p:pic>
      <p:pic>
        <p:nvPicPr>
          <p:cNvPr id="52" name="Grafik 51" descr="Ausrufezeichen">
            <a:extLst>
              <a:ext uri="{FF2B5EF4-FFF2-40B4-BE49-F238E27FC236}">
                <a16:creationId xmlns:a16="http://schemas.microsoft.com/office/drawing/2014/main" id="{5E02FD55-BE5E-4DFF-8C63-66104330BB5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4416" y="4232327"/>
            <a:ext cx="468000" cy="468000"/>
          </a:xfrm>
          <a:prstGeom prst="rect">
            <a:avLst/>
          </a:prstGeom>
        </p:spPr>
      </p:pic>
      <p:pic>
        <p:nvPicPr>
          <p:cNvPr id="53" name="Grafik 52" descr="Fragezeichen">
            <a:extLst>
              <a:ext uri="{FF2B5EF4-FFF2-40B4-BE49-F238E27FC236}">
                <a16:creationId xmlns:a16="http://schemas.microsoft.com/office/drawing/2014/main" id="{C7510AA2-8FEA-48D9-9F38-83C329A894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9050" y="4152146"/>
            <a:ext cx="576000" cy="576000"/>
          </a:xfrm>
          <a:prstGeom prst="rect">
            <a:avLst/>
          </a:prstGeom>
        </p:spPr>
      </p:pic>
      <p:pic>
        <p:nvPicPr>
          <p:cNvPr id="54" name="Grafik 53" descr="Ausrufezeichen">
            <a:extLst>
              <a:ext uri="{FF2B5EF4-FFF2-40B4-BE49-F238E27FC236}">
                <a16:creationId xmlns:a16="http://schemas.microsoft.com/office/drawing/2014/main" id="{01A4AFDD-0330-44FD-AC5B-3F17497597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8515" y="4905636"/>
            <a:ext cx="576000" cy="576000"/>
          </a:xfrm>
          <a:prstGeom prst="rect">
            <a:avLst/>
          </a:prstGeom>
        </p:spPr>
      </p:pic>
      <p:pic>
        <p:nvPicPr>
          <p:cNvPr id="55" name="Grafik 54" descr="Fragezeichen">
            <a:extLst>
              <a:ext uri="{FF2B5EF4-FFF2-40B4-BE49-F238E27FC236}">
                <a16:creationId xmlns:a16="http://schemas.microsoft.com/office/drawing/2014/main" id="{1338EE89-3D8E-4509-8FEC-8B4C7D1227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86945" y="4681536"/>
            <a:ext cx="468000" cy="468000"/>
          </a:xfrm>
          <a:prstGeom prst="rect">
            <a:avLst/>
          </a:prstGeom>
        </p:spPr>
      </p:pic>
      <p:pic>
        <p:nvPicPr>
          <p:cNvPr id="56" name="Grafik 55" descr="Ausrufezeichen">
            <a:extLst>
              <a:ext uri="{FF2B5EF4-FFF2-40B4-BE49-F238E27FC236}">
                <a16:creationId xmlns:a16="http://schemas.microsoft.com/office/drawing/2014/main" id="{F3CA2FEC-CAC5-4FC4-9C82-3491717717F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54225" y="4513503"/>
            <a:ext cx="468000" cy="468000"/>
          </a:xfrm>
          <a:prstGeom prst="rect">
            <a:avLst/>
          </a:prstGeom>
        </p:spPr>
      </p:pic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07CB2511-7154-4815-AC7A-6FB185B55B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433" y="3105998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EE47EEBB-B072-4036-83E4-22179157CB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6433" y="5240528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2" name="Textplatzhalter 5">
            <a:extLst>
              <a:ext uri="{FF2B5EF4-FFF2-40B4-BE49-F238E27FC236}">
                <a16:creationId xmlns:a16="http://schemas.microsoft.com/office/drawing/2014/main" id="{BCC946B3-DD8C-4F9A-B3EE-7FBC2DF680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433" y="4173263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3" name="Textplatzhalter 5">
            <a:extLst>
              <a:ext uri="{FF2B5EF4-FFF2-40B4-BE49-F238E27FC236}">
                <a16:creationId xmlns:a16="http://schemas.microsoft.com/office/drawing/2014/main" id="{AD480356-E6D7-442C-B0A0-EC628499F4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5935" y="3105998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4" name="Textplatzhalter 5">
            <a:extLst>
              <a:ext uri="{FF2B5EF4-FFF2-40B4-BE49-F238E27FC236}">
                <a16:creationId xmlns:a16="http://schemas.microsoft.com/office/drawing/2014/main" id="{8850C68F-80B2-4F87-AD56-A6D0710B1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5935" y="5240528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5" name="Textplatzhalter 5">
            <a:extLst>
              <a:ext uri="{FF2B5EF4-FFF2-40B4-BE49-F238E27FC236}">
                <a16:creationId xmlns:a16="http://schemas.microsoft.com/office/drawing/2014/main" id="{BFC765A9-5E5B-4D6A-91BB-F7EA54CD6D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4617" y="4173263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C68CBAC5-B603-4DA6-821E-0422039A667D}"/>
              </a:ext>
            </a:extLst>
          </p:cNvPr>
          <p:cNvSpPr/>
          <p:nvPr userDrawn="1"/>
        </p:nvSpPr>
        <p:spPr>
          <a:xfrm>
            <a:off x="5891061" y="2695503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platzhalter 5">
            <a:extLst>
              <a:ext uri="{FF2B5EF4-FFF2-40B4-BE49-F238E27FC236}">
                <a16:creationId xmlns:a16="http://schemas.microsoft.com/office/drawing/2014/main" id="{F1599D2E-E31A-43B8-ABCD-4B57184F0D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11403" y="1536428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783F689-2439-40F4-B398-5E8EB565DD9B}"/>
              </a:ext>
            </a:extLst>
          </p:cNvPr>
          <p:cNvCxnSpPr>
            <a:cxnSpLocks/>
            <a:stCxn id="21" idx="0"/>
            <a:endCxn id="36" idx="4"/>
          </p:cNvCxnSpPr>
          <p:nvPr userDrawn="1"/>
        </p:nvCxnSpPr>
        <p:spPr>
          <a:xfrm flipH="1" flipV="1">
            <a:off x="6071061" y="3055503"/>
            <a:ext cx="0" cy="762824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atumsplatzhalter 14">
            <a:extLst>
              <a:ext uri="{FF2B5EF4-FFF2-40B4-BE49-F238E27FC236}">
                <a16:creationId xmlns:a16="http://schemas.microsoft.com/office/drawing/2014/main" id="{341BF60D-6BF8-476E-A19E-6077A5C8136B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FD2A791F-ABD2-473C-A476-26B5EC2852AF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02351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Grafik 11 (7-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642F99B9-E984-40D0-BE60-BB7769FC1203}"/>
              </a:ext>
            </a:extLst>
          </p:cNvPr>
          <p:cNvSpPr/>
          <p:nvPr userDrawn="1"/>
        </p:nvSpPr>
        <p:spPr>
          <a:xfrm>
            <a:off x="5193949" y="2313721"/>
            <a:ext cx="1764000" cy="176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0B8BC919-5480-469B-A8FD-34DCAFC2CD2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0" name="Fußzeilenplatzhalter 48">
            <a:extLst>
              <a:ext uri="{FF2B5EF4-FFF2-40B4-BE49-F238E27FC236}">
                <a16:creationId xmlns:a16="http://schemas.microsoft.com/office/drawing/2014/main" id="{61D4F697-CA10-44A7-A841-D470BA2E9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0AC9311-505A-4DD0-B8D2-C7F66F4AE0CD}"/>
              </a:ext>
            </a:extLst>
          </p:cNvPr>
          <p:cNvSpPr/>
          <p:nvPr userDrawn="1"/>
        </p:nvSpPr>
        <p:spPr>
          <a:xfrm>
            <a:off x="4995949" y="2151721"/>
            <a:ext cx="2160000" cy="2088000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96705F84-2BE7-4658-86D9-BE2728D50444}"/>
              </a:ext>
            </a:extLst>
          </p:cNvPr>
          <p:cNvCxnSpPr>
            <a:stCxn id="21" idx="7"/>
          </p:cNvCxnSpPr>
          <p:nvPr userDrawn="1"/>
        </p:nvCxnSpPr>
        <p:spPr>
          <a:xfrm rot="5400000" flipH="1" flipV="1">
            <a:off x="7215274" y="1557726"/>
            <a:ext cx="498671" cy="1529985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C998102E-FF05-4C35-93A0-121F37930DAF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7215281" y="3296721"/>
            <a:ext cx="498672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18225E91-CD8F-4BC7-9FAA-B7222C4E9DE2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445407" y="1556854"/>
            <a:ext cx="500400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D8954134-C122-4B5C-9A9D-4B8384A0C7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930607" y="3827521"/>
            <a:ext cx="1530000" cy="5004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BD10E6E-8EBC-42E7-8A3D-D1352B7AE7DA}"/>
              </a:ext>
            </a:extLst>
          </p:cNvPr>
          <p:cNvCxnSpPr>
            <a:cxnSpLocks/>
          </p:cNvCxnSpPr>
          <p:nvPr userDrawn="1"/>
        </p:nvCxnSpPr>
        <p:spPr>
          <a:xfrm flipH="1">
            <a:off x="3033949" y="3195721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02810FC-459E-4653-BA65-E497A087A80D}"/>
              </a:ext>
            </a:extLst>
          </p:cNvPr>
          <p:cNvCxnSpPr>
            <a:cxnSpLocks/>
            <a:endCxn id="21" idx="6"/>
          </p:cNvCxnSpPr>
          <p:nvPr userDrawn="1"/>
        </p:nvCxnSpPr>
        <p:spPr>
          <a:xfrm flipH="1">
            <a:off x="6957949" y="3195721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34EBBA19-98CD-4302-A3C4-0065F78CEFB9}"/>
              </a:ext>
            </a:extLst>
          </p:cNvPr>
          <p:cNvSpPr/>
          <p:nvPr userDrawn="1"/>
        </p:nvSpPr>
        <p:spPr>
          <a:xfrm>
            <a:off x="3577192" y="4147921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3A249F8-67C4-4C0A-BA83-F1EB71C35BC7}"/>
              </a:ext>
            </a:extLst>
          </p:cNvPr>
          <p:cNvSpPr/>
          <p:nvPr userDrawn="1"/>
        </p:nvSpPr>
        <p:spPr>
          <a:xfrm>
            <a:off x="3577592" y="1891654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01053FD-15C0-45E3-9C33-70BF7E4222DC}"/>
              </a:ext>
            </a:extLst>
          </p:cNvPr>
          <p:cNvSpPr/>
          <p:nvPr userDrawn="1"/>
        </p:nvSpPr>
        <p:spPr>
          <a:xfrm>
            <a:off x="8229602" y="4131057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392E83E-5160-4EE5-81EA-C58F7AAFFE5C}"/>
              </a:ext>
            </a:extLst>
          </p:cNvPr>
          <p:cNvSpPr/>
          <p:nvPr userDrawn="1"/>
        </p:nvSpPr>
        <p:spPr>
          <a:xfrm>
            <a:off x="8229602" y="1891654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33F3D23-E6F1-4410-BE68-55A56A02362F}"/>
              </a:ext>
            </a:extLst>
          </p:cNvPr>
          <p:cNvSpPr/>
          <p:nvPr userDrawn="1"/>
        </p:nvSpPr>
        <p:spPr>
          <a:xfrm>
            <a:off x="9117949" y="3015721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BB55986-5E88-4B3A-8A38-5A90C9055028}"/>
              </a:ext>
            </a:extLst>
          </p:cNvPr>
          <p:cNvSpPr/>
          <p:nvPr userDrawn="1"/>
        </p:nvSpPr>
        <p:spPr>
          <a:xfrm>
            <a:off x="2673949" y="3015721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8" name="Grafik 47" descr="Fragezeichen">
            <a:extLst>
              <a:ext uri="{FF2B5EF4-FFF2-40B4-BE49-F238E27FC236}">
                <a16:creationId xmlns:a16="http://schemas.microsoft.com/office/drawing/2014/main" id="{171DF3E1-39F3-4A14-B31E-47A05DFC9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0074" y="2397315"/>
            <a:ext cx="360000" cy="360000"/>
          </a:xfrm>
          <a:prstGeom prst="rect">
            <a:avLst/>
          </a:prstGeom>
        </p:spPr>
      </p:pic>
      <p:pic>
        <p:nvPicPr>
          <p:cNvPr id="50" name="Grafik 49" descr="Ausrufezeichen">
            <a:extLst>
              <a:ext uri="{FF2B5EF4-FFF2-40B4-BE49-F238E27FC236}">
                <a16:creationId xmlns:a16="http://schemas.microsoft.com/office/drawing/2014/main" id="{DFD57962-70C8-4C39-AC02-B120357348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5221" y="3306797"/>
            <a:ext cx="360000" cy="360000"/>
          </a:xfrm>
          <a:prstGeom prst="rect">
            <a:avLst/>
          </a:prstGeom>
        </p:spPr>
      </p:pic>
      <p:pic>
        <p:nvPicPr>
          <p:cNvPr id="51" name="Grafik 50" descr="Fragezeichen">
            <a:extLst>
              <a:ext uri="{FF2B5EF4-FFF2-40B4-BE49-F238E27FC236}">
                <a16:creationId xmlns:a16="http://schemas.microsoft.com/office/drawing/2014/main" id="{7C22B766-8385-4F88-9BD9-7CFBB42105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9968" y="2600641"/>
            <a:ext cx="468000" cy="468000"/>
          </a:xfrm>
          <a:prstGeom prst="rect">
            <a:avLst/>
          </a:prstGeom>
        </p:spPr>
      </p:pic>
      <p:pic>
        <p:nvPicPr>
          <p:cNvPr id="52" name="Grafik 51" descr="Ausrufezeichen">
            <a:extLst>
              <a:ext uri="{FF2B5EF4-FFF2-40B4-BE49-F238E27FC236}">
                <a16:creationId xmlns:a16="http://schemas.microsoft.com/office/drawing/2014/main" id="{5E02FD55-BE5E-4DFF-8C63-66104330BB5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4416" y="2727721"/>
            <a:ext cx="468000" cy="468000"/>
          </a:xfrm>
          <a:prstGeom prst="rect">
            <a:avLst/>
          </a:prstGeom>
        </p:spPr>
      </p:pic>
      <p:pic>
        <p:nvPicPr>
          <p:cNvPr id="53" name="Grafik 52" descr="Fragezeichen">
            <a:extLst>
              <a:ext uri="{FF2B5EF4-FFF2-40B4-BE49-F238E27FC236}">
                <a16:creationId xmlns:a16="http://schemas.microsoft.com/office/drawing/2014/main" id="{C7510AA2-8FEA-48D9-9F38-83C329A894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9050" y="2647540"/>
            <a:ext cx="576000" cy="576000"/>
          </a:xfrm>
          <a:prstGeom prst="rect">
            <a:avLst/>
          </a:prstGeom>
        </p:spPr>
      </p:pic>
      <p:pic>
        <p:nvPicPr>
          <p:cNvPr id="54" name="Grafik 53" descr="Ausrufezeichen">
            <a:extLst>
              <a:ext uri="{FF2B5EF4-FFF2-40B4-BE49-F238E27FC236}">
                <a16:creationId xmlns:a16="http://schemas.microsoft.com/office/drawing/2014/main" id="{01A4AFDD-0330-44FD-AC5B-3F17497597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8515" y="3401030"/>
            <a:ext cx="576000" cy="576000"/>
          </a:xfrm>
          <a:prstGeom prst="rect">
            <a:avLst/>
          </a:prstGeom>
        </p:spPr>
      </p:pic>
      <p:pic>
        <p:nvPicPr>
          <p:cNvPr id="55" name="Grafik 54" descr="Fragezeichen">
            <a:extLst>
              <a:ext uri="{FF2B5EF4-FFF2-40B4-BE49-F238E27FC236}">
                <a16:creationId xmlns:a16="http://schemas.microsoft.com/office/drawing/2014/main" id="{1338EE89-3D8E-4509-8FEC-8B4C7D1227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86945" y="3176930"/>
            <a:ext cx="468000" cy="468000"/>
          </a:xfrm>
          <a:prstGeom prst="rect">
            <a:avLst/>
          </a:prstGeom>
        </p:spPr>
      </p:pic>
      <p:pic>
        <p:nvPicPr>
          <p:cNvPr id="56" name="Grafik 55" descr="Ausrufezeichen">
            <a:extLst>
              <a:ext uri="{FF2B5EF4-FFF2-40B4-BE49-F238E27FC236}">
                <a16:creationId xmlns:a16="http://schemas.microsoft.com/office/drawing/2014/main" id="{F3CA2FEC-CAC5-4FC4-9C82-3491717717F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54225" y="3008897"/>
            <a:ext cx="468000" cy="468000"/>
          </a:xfrm>
          <a:prstGeom prst="rect">
            <a:avLst/>
          </a:prstGeom>
        </p:spPr>
      </p:pic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07CB2511-7154-4815-AC7A-6FB185B55B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433" y="1601392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EE47EEBB-B072-4036-83E4-22179157CB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6433" y="3735922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2" name="Textplatzhalter 5">
            <a:extLst>
              <a:ext uri="{FF2B5EF4-FFF2-40B4-BE49-F238E27FC236}">
                <a16:creationId xmlns:a16="http://schemas.microsoft.com/office/drawing/2014/main" id="{BCC946B3-DD8C-4F9A-B3EE-7FBC2DF680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433" y="2668657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3" name="Textplatzhalter 5">
            <a:extLst>
              <a:ext uri="{FF2B5EF4-FFF2-40B4-BE49-F238E27FC236}">
                <a16:creationId xmlns:a16="http://schemas.microsoft.com/office/drawing/2014/main" id="{AD480356-E6D7-442C-B0A0-EC628499F4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5935" y="1601392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4" name="Textplatzhalter 5">
            <a:extLst>
              <a:ext uri="{FF2B5EF4-FFF2-40B4-BE49-F238E27FC236}">
                <a16:creationId xmlns:a16="http://schemas.microsoft.com/office/drawing/2014/main" id="{8850C68F-80B2-4F87-AD56-A6D0710B1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5935" y="3735922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5" name="Textplatzhalter 5">
            <a:extLst>
              <a:ext uri="{FF2B5EF4-FFF2-40B4-BE49-F238E27FC236}">
                <a16:creationId xmlns:a16="http://schemas.microsoft.com/office/drawing/2014/main" id="{BFC765A9-5E5B-4D6A-91BB-F7EA54CD6D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4617" y="2668657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39" name="Textplatzhalter 5">
            <a:extLst>
              <a:ext uri="{FF2B5EF4-FFF2-40B4-BE49-F238E27FC236}">
                <a16:creationId xmlns:a16="http://schemas.microsoft.com/office/drawing/2014/main" id="{F1599D2E-E31A-43B8-ABCD-4B57184F0D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07611" y="5328099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783F689-2439-40F4-B398-5E8EB565DD9B}"/>
              </a:ext>
            </a:extLst>
          </p:cNvPr>
          <p:cNvCxnSpPr>
            <a:cxnSpLocks/>
            <a:stCxn id="21" idx="4"/>
          </p:cNvCxnSpPr>
          <p:nvPr userDrawn="1"/>
        </p:nvCxnSpPr>
        <p:spPr>
          <a:xfrm>
            <a:off x="6075949" y="4077721"/>
            <a:ext cx="0" cy="76320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C68CBAC5-B603-4DA6-821E-0422039A667D}"/>
              </a:ext>
            </a:extLst>
          </p:cNvPr>
          <p:cNvSpPr/>
          <p:nvPr userDrawn="1"/>
        </p:nvSpPr>
        <p:spPr>
          <a:xfrm>
            <a:off x="5903895" y="4840921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Datumsplatzhalter 14">
            <a:extLst>
              <a:ext uri="{FF2B5EF4-FFF2-40B4-BE49-F238E27FC236}">
                <a16:creationId xmlns:a16="http://schemas.microsoft.com/office/drawing/2014/main" id="{C8274F04-A0A5-43BA-BDE7-48EC1E1CC1D8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7611DB7E-B2F6-4B30-925D-D08602CEC4D0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507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Grafik 11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e 20">
            <a:extLst>
              <a:ext uri="{FF2B5EF4-FFF2-40B4-BE49-F238E27FC236}">
                <a16:creationId xmlns:a16="http://schemas.microsoft.com/office/drawing/2014/main" id="{642F99B9-E984-40D0-BE60-BB7769FC1203}"/>
              </a:ext>
            </a:extLst>
          </p:cNvPr>
          <p:cNvSpPr/>
          <p:nvPr userDrawn="1"/>
        </p:nvSpPr>
        <p:spPr>
          <a:xfrm>
            <a:off x="5193949" y="2987055"/>
            <a:ext cx="1764000" cy="176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19F4C5-031A-4B1A-B1E7-C3C647F3DF90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3C4A9FF5-8A61-468F-803E-E2DC21AB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552940-EE97-4E35-8ABF-E6EF459C84CF}"/>
              </a:ext>
            </a:extLst>
          </p:cNvPr>
          <p:cNvSpPr txBox="1"/>
          <p:nvPr userDrawn="1"/>
        </p:nvSpPr>
        <p:spPr>
          <a:xfrm>
            <a:off x="11520487" y="652741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1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0B8BC919-5480-469B-A8FD-34DCAFC2CD2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8886" y="879475"/>
            <a:ext cx="11614525" cy="41910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de-DE"/>
              <a:t>Subheadline</a:t>
            </a:r>
          </a:p>
        </p:txBody>
      </p:sp>
      <p:sp>
        <p:nvSpPr>
          <p:cNvPr id="10" name="Fußzeilenplatzhalter 48">
            <a:extLst>
              <a:ext uri="{FF2B5EF4-FFF2-40B4-BE49-F238E27FC236}">
                <a16:creationId xmlns:a16="http://schemas.microsoft.com/office/drawing/2014/main" id="{61D4F697-CA10-44A7-A841-D470BA2E9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0AC9311-505A-4DD0-B8D2-C7F66F4AE0CD}"/>
              </a:ext>
            </a:extLst>
          </p:cNvPr>
          <p:cNvSpPr/>
          <p:nvPr userDrawn="1"/>
        </p:nvSpPr>
        <p:spPr>
          <a:xfrm>
            <a:off x="4995949" y="2825055"/>
            <a:ext cx="2160000" cy="2088000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96705F84-2BE7-4658-86D9-BE2728D50444}"/>
              </a:ext>
            </a:extLst>
          </p:cNvPr>
          <p:cNvCxnSpPr>
            <a:stCxn id="21" idx="7"/>
          </p:cNvCxnSpPr>
          <p:nvPr userDrawn="1"/>
        </p:nvCxnSpPr>
        <p:spPr>
          <a:xfrm rot="5400000" flipH="1" flipV="1">
            <a:off x="7215274" y="2231060"/>
            <a:ext cx="498671" cy="1529985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C998102E-FF05-4C35-93A0-121F37930DAF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7215281" y="3970055"/>
            <a:ext cx="498672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18225E91-CD8F-4BC7-9FAA-B7222C4E9DE2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445407" y="2230188"/>
            <a:ext cx="500400" cy="15300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D8954134-C122-4B5C-9A9D-4B8384A0C7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930607" y="4500855"/>
            <a:ext cx="1530000" cy="500400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BD10E6E-8EBC-42E7-8A3D-D1352B7AE7DA}"/>
              </a:ext>
            </a:extLst>
          </p:cNvPr>
          <p:cNvCxnSpPr>
            <a:cxnSpLocks/>
          </p:cNvCxnSpPr>
          <p:nvPr userDrawn="1"/>
        </p:nvCxnSpPr>
        <p:spPr>
          <a:xfrm flipH="1">
            <a:off x="3033949" y="3869055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02810FC-459E-4653-BA65-E497A087A80D}"/>
              </a:ext>
            </a:extLst>
          </p:cNvPr>
          <p:cNvCxnSpPr>
            <a:cxnSpLocks/>
            <a:endCxn id="21" idx="6"/>
          </p:cNvCxnSpPr>
          <p:nvPr userDrawn="1"/>
        </p:nvCxnSpPr>
        <p:spPr>
          <a:xfrm flipH="1">
            <a:off x="6957949" y="3869055"/>
            <a:ext cx="2160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34EBBA19-98CD-4302-A3C4-0065F78CEFB9}"/>
              </a:ext>
            </a:extLst>
          </p:cNvPr>
          <p:cNvSpPr/>
          <p:nvPr userDrawn="1"/>
        </p:nvSpPr>
        <p:spPr>
          <a:xfrm>
            <a:off x="3577192" y="4821255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3A249F8-67C4-4C0A-BA83-F1EB71C35BC7}"/>
              </a:ext>
            </a:extLst>
          </p:cNvPr>
          <p:cNvSpPr/>
          <p:nvPr userDrawn="1"/>
        </p:nvSpPr>
        <p:spPr>
          <a:xfrm>
            <a:off x="3577592" y="2564988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01053FD-15C0-45E3-9C33-70BF7E4222DC}"/>
              </a:ext>
            </a:extLst>
          </p:cNvPr>
          <p:cNvSpPr/>
          <p:nvPr userDrawn="1"/>
        </p:nvSpPr>
        <p:spPr>
          <a:xfrm>
            <a:off x="8229602" y="4804391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392E83E-5160-4EE5-81EA-C58F7AAFFE5C}"/>
              </a:ext>
            </a:extLst>
          </p:cNvPr>
          <p:cNvSpPr/>
          <p:nvPr userDrawn="1"/>
        </p:nvSpPr>
        <p:spPr>
          <a:xfrm>
            <a:off x="8229602" y="2564988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33F3D23-E6F1-4410-BE68-55A56A02362F}"/>
              </a:ext>
            </a:extLst>
          </p:cNvPr>
          <p:cNvSpPr/>
          <p:nvPr userDrawn="1"/>
        </p:nvSpPr>
        <p:spPr>
          <a:xfrm>
            <a:off x="9117949" y="3689055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BB55986-5E88-4B3A-8A38-5A90C9055028}"/>
              </a:ext>
            </a:extLst>
          </p:cNvPr>
          <p:cNvSpPr/>
          <p:nvPr userDrawn="1"/>
        </p:nvSpPr>
        <p:spPr>
          <a:xfrm>
            <a:off x="2673949" y="3689055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8" name="Grafik 47" descr="Fragezeichen">
            <a:extLst>
              <a:ext uri="{FF2B5EF4-FFF2-40B4-BE49-F238E27FC236}">
                <a16:creationId xmlns:a16="http://schemas.microsoft.com/office/drawing/2014/main" id="{171DF3E1-39F3-4A14-B31E-47A05DFC9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0074" y="3070649"/>
            <a:ext cx="360000" cy="360000"/>
          </a:xfrm>
          <a:prstGeom prst="rect">
            <a:avLst/>
          </a:prstGeom>
        </p:spPr>
      </p:pic>
      <p:pic>
        <p:nvPicPr>
          <p:cNvPr id="50" name="Grafik 49" descr="Ausrufezeichen">
            <a:extLst>
              <a:ext uri="{FF2B5EF4-FFF2-40B4-BE49-F238E27FC236}">
                <a16:creationId xmlns:a16="http://schemas.microsoft.com/office/drawing/2014/main" id="{DFD57962-70C8-4C39-AC02-B120357348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5221" y="3980131"/>
            <a:ext cx="360000" cy="360000"/>
          </a:xfrm>
          <a:prstGeom prst="rect">
            <a:avLst/>
          </a:prstGeom>
        </p:spPr>
      </p:pic>
      <p:pic>
        <p:nvPicPr>
          <p:cNvPr id="51" name="Grafik 50" descr="Fragezeichen">
            <a:extLst>
              <a:ext uri="{FF2B5EF4-FFF2-40B4-BE49-F238E27FC236}">
                <a16:creationId xmlns:a16="http://schemas.microsoft.com/office/drawing/2014/main" id="{7C22B766-8385-4F88-9BD9-7CFBB42105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9968" y="3273975"/>
            <a:ext cx="468000" cy="468000"/>
          </a:xfrm>
          <a:prstGeom prst="rect">
            <a:avLst/>
          </a:prstGeom>
        </p:spPr>
      </p:pic>
      <p:pic>
        <p:nvPicPr>
          <p:cNvPr id="52" name="Grafik 51" descr="Ausrufezeichen">
            <a:extLst>
              <a:ext uri="{FF2B5EF4-FFF2-40B4-BE49-F238E27FC236}">
                <a16:creationId xmlns:a16="http://schemas.microsoft.com/office/drawing/2014/main" id="{5E02FD55-BE5E-4DFF-8C63-66104330BB5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4416" y="3401055"/>
            <a:ext cx="468000" cy="468000"/>
          </a:xfrm>
          <a:prstGeom prst="rect">
            <a:avLst/>
          </a:prstGeom>
        </p:spPr>
      </p:pic>
      <p:pic>
        <p:nvPicPr>
          <p:cNvPr id="53" name="Grafik 52" descr="Fragezeichen">
            <a:extLst>
              <a:ext uri="{FF2B5EF4-FFF2-40B4-BE49-F238E27FC236}">
                <a16:creationId xmlns:a16="http://schemas.microsoft.com/office/drawing/2014/main" id="{C7510AA2-8FEA-48D9-9F38-83C329A894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9050" y="3320874"/>
            <a:ext cx="576000" cy="576000"/>
          </a:xfrm>
          <a:prstGeom prst="rect">
            <a:avLst/>
          </a:prstGeom>
        </p:spPr>
      </p:pic>
      <p:pic>
        <p:nvPicPr>
          <p:cNvPr id="54" name="Grafik 53" descr="Ausrufezeichen">
            <a:extLst>
              <a:ext uri="{FF2B5EF4-FFF2-40B4-BE49-F238E27FC236}">
                <a16:creationId xmlns:a16="http://schemas.microsoft.com/office/drawing/2014/main" id="{01A4AFDD-0330-44FD-AC5B-3F17497597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8515" y="4074364"/>
            <a:ext cx="576000" cy="576000"/>
          </a:xfrm>
          <a:prstGeom prst="rect">
            <a:avLst/>
          </a:prstGeom>
        </p:spPr>
      </p:pic>
      <p:pic>
        <p:nvPicPr>
          <p:cNvPr id="55" name="Grafik 54" descr="Fragezeichen">
            <a:extLst>
              <a:ext uri="{FF2B5EF4-FFF2-40B4-BE49-F238E27FC236}">
                <a16:creationId xmlns:a16="http://schemas.microsoft.com/office/drawing/2014/main" id="{1338EE89-3D8E-4509-8FEC-8B4C7D1227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86945" y="3850264"/>
            <a:ext cx="468000" cy="468000"/>
          </a:xfrm>
          <a:prstGeom prst="rect">
            <a:avLst/>
          </a:prstGeom>
        </p:spPr>
      </p:pic>
      <p:pic>
        <p:nvPicPr>
          <p:cNvPr id="56" name="Grafik 55" descr="Ausrufezeichen">
            <a:extLst>
              <a:ext uri="{FF2B5EF4-FFF2-40B4-BE49-F238E27FC236}">
                <a16:creationId xmlns:a16="http://schemas.microsoft.com/office/drawing/2014/main" id="{F3CA2FEC-CAC5-4FC4-9C82-3491717717F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54225" y="3682231"/>
            <a:ext cx="468000" cy="468000"/>
          </a:xfrm>
          <a:prstGeom prst="rect">
            <a:avLst/>
          </a:prstGeom>
        </p:spPr>
      </p:pic>
      <p:sp>
        <p:nvSpPr>
          <p:cNvPr id="58" name="Textplatzhalter 5">
            <a:extLst>
              <a:ext uri="{FF2B5EF4-FFF2-40B4-BE49-F238E27FC236}">
                <a16:creationId xmlns:a16="http://schemas.microsoft.com/office/drawing/2014/main" id="{07CB2511-7154-4815-AC7A-6FB185B55B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433" y="227472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EE47EEBB-B072-4036-83E4-22179157CB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6433" y="440925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2" name="Textplatzhalter 5">
            <a:extLst>
              <a:ext uri="{FF2B5EF4-FFF2-40B4-BE49-F238E27FC236}">
                <a16:creationId xmlns:a16="http://schemas.microsoft.com/office/drawing/2014/main" id="{BCC946B3-DD8C-4F9A-B3EE-7FBC2DF680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433" y="3341991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3" name="Textplatzhalter 5">
            <a:extLst>
              <a:ext uri="{FF2B5EF4-FFF2-40B4-BE49-F238E27FC236}">
                <a16:creationId xmlns:a16="http://schemas.microsoft.com/office/drawing/2014/main" id="{AD480356-E6D7-442C-B0A0-EC628499F4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5935" y="227472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4" name="Textplatzhalter 5">
            <a:extLst>
              <a:ext uri="{FF2B5EF4-FFF2-40B4-BE49-F238E27FC236}">
                <a16:creationId xmlns:a16="http://schemas.microsoft.com/office/drawing/2014/main" id="{8850C68F-80B2-4F87-AD56-A6D0710B1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5935" y="4409256"/>
            <a:ext cx="2969194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65" name="Textplatzhalter 5">
            <a:extLst>
              <a:ext uri="{FF2B5EF4-FFF2-40B4-BE49-F238E27FC236}">
                <a16:creationId xmlns:a16="http://schemas.microsoft.com/office/drawing/2014/main" id="{BFC765A9-5E5B-4D6A-91BB-F7EA54CD6D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4617" y="3341991"/>
            <a:ext cx="2100512" cy="100759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39" name="Textplatzhalter 5">
            <a:extLst>
              <a:ext uri="{FF2B5EF4-FFF2-40B4-BE49-F238E27FC236}">
                <a16:creationId xmlns:a16="http://schemas.microsoft.com/office/drawing/2014/main" id="{F1599D2E-E31A-43B8-ABCD-4B57184F0D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72593" y="5782046"/>
            <a:ext cx="4646814" cy="54110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783F689-2439-40F4-B398-5E8EB565DD9B}"/>
              </a:ext>
            </a:extLst>
          </p:cNvPr>
          <p:cNvCxnSpPr>
            <a:cxnSpLocks/>
            <a:stCxn id="21" idx="4"/>
          </p:cNvCxnSpPr>
          <p:nvPr userDrawn="1"/>
        </p:nvCxnSpPr>
        <p:spPr>
          <a:xfrm>
            <a:off x="6075949" y="4751055"/>
            <a:ext cx="0" cy="54000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C68CBAC5-B603-4DA6-821E-0422039A667D}"/>
              </a:ext>
            </a:extLst>
          </p:cNvPr>
          <p:cNvSpPr/>
          <p:nvPr userDrawn="1"/>
        </p:nvSpPr>
        <p:spPr>
          <a:xfrm>
            <a:off x="5903895" y="5297546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740016D8-FAA0-4BF4-BCED-4FC0B50D8FC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075678" y="2447055"/>
            <a:ext cx="0" cy="54000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39">
            <a:extLst>
              <a:ext uri="{FF2B5EF4-FFF2-40B4-BE49-F238E27FC236}">
                <a16:creationId xmlns:a16="http://schemas.microsoft.com/office/drawing/2014/main" id="{F0F6B2B8-6F7F-4D49-9AFA-35D7AC061D87}"/>
              </a:ext>
            </a:extLst>
          </p:cNvPr>
          <p:cNvSpPr/>
          <p:nvPr userDrawn="1"/>
        </p:nvSpPr>
        <p:spPr>
          <a:xfrm>
            <a:off x="5903895" y="2104377"/>
            <a:ext cx="360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platzhalter 5">
            <a:extLst>
              <a:ext uri="{FF2B5EF4-FFF2-40B4-BE49-F238E27FC236}">
                <a16:creationId xmlns:a16="http://schemas.microsoft.com/office/drawing/2014/main" id="{B17CD5EF-B181-4CFA-AC85-7D3122F1C4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72593" y="1443428"/>
            <a:ext cx="4646814" cy="54110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/>
            </a:lvl1pPr>
          </a:lstStyle>
          <a:p>
            <a:pPr lvl="0"/>
            <a:r>
              <a:rPr lang="de-DE"/>
              <a:t>Description</a:t>
            </a:r>
          </a:p>
        </p:txBody>
      </p:sp>
      <p:sp>
        <p:nvSpPr>
          <p:cNvPr id="47" name="Datumsplatzhalter 14">
            <a:extLst>
              <a:ext uri="{FF2B5EF4-FFF2-40B4-BE49-F238E27FC236}">
                <a16:creationId xmlns:a16="http://schemas.microsoft.com/office/drawing/2014/main" id="{45DA6068-4E14-48DB-8665-E04867990311}"/>
              </a:ext>
            </a:extLst>
          </p:cNvPr>
          <p:cNvSpPr>
            <a:spLocks noGrp="1" noChangeAspect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/>
          <a:lstStyle>
            <a:lvl1pPr algn="r">
              <a:defRPr/>
            </a:lvl1pPr>
          </a:lstStyle>
          <a:p>
            <a:fld id="{E7B5C0EA-5D67-4611-889F-D3D747924420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0348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folie - 1 Refe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76C0FBD-BF5C-4290-92E1-36D499E9A16C}"/>
              </a:ext>
            </a:extLst>
          </p:cNvPr>
          <p:cNvSpPr/>
          <p:nvPr userDrawn="1"/>
        </p:nvSpPr>
        <p:spPr>
          <a:xfrm>
            <a:off x="7373389" y="0"/>
            <a:ext cx="4818611" cy="31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CEFF544-207A-4CDE-B6E0-3C7AE92BEF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" y="-1"/>
            <a:ext cx="12191116" cy="6858001"/>
          </a:xfrm>
          <a:prstGeom prst="rect">
            <a:avLst/>
          </a:prstGeom>
        </p:spPr>
      </p:pic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7B78DFD3-A8FD-4E75-9B97-9FD49FB7A9A0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8107" y="4725876"/>
            <a:ext cx="0" cy="19369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F54EF373-E578-4C82-BA55-1AA62B5BC2D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995441" y="4725876"/>
            <a:ext cx="6357323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Speaker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D5677B7A-B184-41A6-A28D-59B57E796B3C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867650" y="5288916"/>
            <a:ext cx="5483099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Job Position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D2CC92E-4989-44DE-B22F-648F390C5D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7230" y="5906933"/>
            <a:ext cx="4974128" cy="193587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Mailadresse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2EB8D47-101F-43F1-896A-997074DA9B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7230" y="6319314"/>
            <a:ext cx="4974128" cy="193587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Telefonnummer</a:t>
            </a:r>
          </a:p>
        </p:txBody>
      </p:sp>
      <p:pic>
        <p:nvPicPr>
          <p:cNvPr id="5" name="Grafik 4" descr="Umschlag">
            <a:extLst>
              <a:ext uri="{FF2B5EF4-FFF2-40B4-BE49-F238E27FC236}">
                <a16:creationId xmlns:a16="http://schemas.microsoft.com/office/drawing/2014/main" id="{A0B8BA7A-3D0E-47D7-B296-B74F5DE2CB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2749" y="5859727"/>
            <a:ext cx="288000" cy="288000"/>
          </a:xfrm>
          <a:prstGeom prst="rect">
            <a:avLst/>
          </a:prstGeom>
        </p:spPr>
      </p:pic>
      <p:pic>
        <p:nvPicPr>
          <p:cNvPr id="16" name="Grafik 15" descr="Empfänger">
            <a:extLst>
              <a:ext uri="{FF2B5EF4-FFF2-40B4-BE49-F238E27FC236}">
                <a16:creationId xmlns:a16="http://schemas.microsoft.com/office/drawing/2014/main" id="{550E1761-B88C-4E90-BFFD-9D21062464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3620" y="6296799"/>
            <a:ext cx="238615" cy="238615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FAB029E-F432-47F8-AC57-722709BC10F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90842" y="5492576"/>
            <a:ext cx="1337644" cy="403526"/>
            <a:chOff x="4471313" y="728699"/>
            <a:chExt cx="1650200" cy="497969"/>
          </a:xfrm>
        </p:grpSpPr>
        <p:sp>
          <p:nvSpPr>
            <p:cNvPr id="18" name="Freihandform 12">
              <a:extLst>
                <a:ext uri="{FF2B5EF4-FFF2-40B4-BE49-F238E27FC236}">
                  <a16:creationId xmlns:a16="http://schemas.microsoft.com/office/drawing/2014/main" id="{555022AF-901E-4BFD-858E-B81EF5F730D9}"/>
                </a:ext>
              </a:extLst>
            </p:cNvPr>
            <p:cNvSpPr/>
            <p:nvPr/>
          </p:nvSpPr>
          <p:spPr>
            <a:xfrm>
              <a:off x="5472184" y="882475"/>
              <a:ext cx="478765" cy="270932"/>
            </a:xfrm>
            <a:custGeom>
              <a:avLst/>
              <a:gdLst>
                <a:gd name="connsiteX0" fmla="*/ 93141 w 478765"/>
                <a:gd name="connsiteY0" fmla="*/ 37484 h 270932"/>
                <a:gd name="connsiteX1" fmla="*/ 183435 w 478765"/>
                <a:gd name="connsiteY1" fmla="*/ 0 h 270932"/>
                <a:gd name="connsiteX2" fmla="*/ 258403 w 478765"/>
                <a:gd name="connsiteY2" fmla="*/ 42584 h 270932"/>
                <a:gd name="connsiteX3" fmla="*/ 349848 w 478765"/>
                <a:gd name="connsiteY3" fmla="*/ 0 h 270932"/>
                <a:gd name="connsiteX4" fmla="*/ 429917 w 478765"/>
                <a:gd name="connsiteY4" fmla="*/ 82347 h 270932"/>
                <a:gd name="connsiteX5" fmla="*/ 429917 w 478765"/>
                <a:gd name="connsiteY5" fmla="*/ 212403 h 270932"/>
                <a:gd name="connsiteX6" fmla="*/ 478765 w 478765"/>
                <a:gd name="connsiteY6" fmla="*/ 252722 h 270932"/>
                <a:gd name="connsiteX7" fmla="*/ 478765 w 478765"/>
                <a:gd name="connsiteY7" fmla="*/ 270895 h 270932"/>
                <a:gd name="connsiteX8" fmla="*/ 406631 w 478765"/>
                <a:gd name="connsiteY8" fmla="*/ 269756 h 270932"/>
                <a:gd name="connsiteX9" fmla="*/ 337345 w 478765"/>
                <a:gd name="connsiteY9" fmla="*/ 270895 h 270932"/>
                <a:gd name="connsiteX10" fmla="*/ 337345 w 478765"/>
                <a:gd name="connsiteY10" fmla="*/ 252722 h 270932"/>
                <a:gd name="connsiteX11" fmla="*/ 383346 w 478765"/>
                <a:gd name="connsiteY11" fmla="*/ 212403 h 270932"/>
                <a:gd name="connsiteX12" fmla="*/ 383346 w 478765"/>
                <a:gd name="connsiteY12" fmla="*/ 94268 h 270932"/>
                <a:gd name="connsiteX13" fmla="*/ 331106 w 478765"/>
                <a:gd name="connsiteY13" fmla="*/ 24981 h 270932"/>
                <a:gd name="connsiteX14" fmla="*/ 262946 w 478765"/>
                <a:gd name="connsiteY14" fmla="*/ 103924 h 270932"/>
                <a:gd name="connsiteX15" fmla="*/ 262946 w 478765"/>
                <a:gd name="connsiteY15" fmla="*/ 212403 h 270932"/>
                <a:gd name="connsiteX16" fmla="*/ 307821 w 478765"/>
                <a:gd name="connsiteY16" fmla="*/ 252722 h 270932"/>
                <a:gd name="connsiteX17" fmla="*/ 307821 w 478765"/>
                <a:gd name="connsiteY17" fmla="*/ 270895 h 270932"/>
                <a:gd name="connsiteX18" fmla="*/ 239661 w 478765"/>
                <a:gd name="connsiteY18" fmla="*/ 269756 h 270932"/>
                <a:gd name="connsiteX19" fmla="*/ 170944 w 478765"/>
                <a:gd name="connsiteY19" fmla="*/ 270895 h 270932"/>
                <a:gd name="connsiteX20" fmla="*/ 170944 w 478765"/>
                <a:gd name="connsiteY20" fmla="*/ 252722 h 270932"/>
                <a:gd name="connsiteX21" fmla="*/ 216376 w 478765"/>
                <a:gd name="connsiteY21" fmla="*/ 212403 h 270932"/>
                <a:gd name="connsiteX22" fmla="*/ 216376 w 478765"/>
                <a:gd name="connsiteY22" fmla="*/ 100519 h 270932"/>
                <a:gd name="connsiteX23" fmla="*/ 163554 w 478765"/>
                <a:gd name="connsiteY23" fmla="*/ 24412 h 270932"/>
                <a:gd name="connsiteX24" fmla="*/ 95976 w 478765"/>
                <a:gd name="connsiteY24" fmla="*/ 107935 h 270932"/>
                <a:gd name="connsiteX25" fmla="*/ 95976 w 478765"/>
                <a:gd name="connsiteY25" fmla="*/ 212441 h 270932"/>
                <a:gd name="connsiteX26" fmla="*/ 141977 w 478765"/>
                <a:gd name="connsiteY26" fmla="*/ 252760 h 270932"/>
                <a:gd name="connsiteX27" fmla="*/ 141977 w 478765"/>
                <a:gd name="connsiteY27" fmla="*/ 270933 h 270932"/>
                <a:gd name="connsiteX28" fmla="*/ 72691 w 478765"/>
                <a:gd name="connsiteY28" fmla="*/ 269794 h 270932"/>
                <a:gd name="connsiteX29" fmla="*/ 0 w 478765"/>
                <a:gd name="connsiteY29" fmla="*/ 270933 h 270932"/>
                <a:gd name="connsiteX30" fmla="*/ 0 w 478765"/>
                <a:gd name="connsiteY30" fmla="*/ 252722 h 270932"/>
                <a:gd name="connsiteX31" fmla="*/ 49355 w 478765"/>
                <a:gd name="connsiteY31" fmla="*/ 212403 h 270932"/>
                <a:gd name="connsiteX32" fmla="*/ 49355 w 478765"/>
                <a:gd name="connsiteY32" fmla="*/ 62466 h 270932"/>
                <a:gd name="connsiteX33" fmla="*/ 0 w 478765"/>
                <a:gd name="connsiteY33" fmla="*/ 22146 h 270932"/>
                <a:gd name="connsiteX34" fmla="*/ 0 w 478765"/>
                <a:gd name="connsiteY34" fmla="*/ 5682 h 270932"/>
                <a:gd name="connsiteX35" fmla="*/ 93141 w 478765"/>
                <a:gd name="connsiteY35" fmla="*/ 5682 h 270932"/>
                <a:gd name="connsiteX36" fmla="*/ 93141 w 478765"/>
                <a:gd name="connsiteY36" fmla="*/ 37497 h 27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78765" h="270932">
                  <a:moveTo>
                    <a:pt x="93141" y="37484"/>
                  </a:moveTo>
                  <a:cubicBezTo>
                    <a:pt x="119830" y="10213"/>
                    <a:pt x="146520" y="0"/>
                    <a:pt x="183435" y="0"/>
                  </a:cubicBezTo>
                  <a:cubicBezTo>
                    <a:pt x="212402" y="0"/>
                    <a:pt x="238535" y="4543"/>
                    <a:pt x="258403" y="42584"/>
                  </a:cubicBezTo>
                  <a:cubicBezTo>
                    <a:pt x="281119" y="13060"/>
                    <a:pt x="312934" y="0"/>
                    <a:pt x="349848" y="0"/>
                  </a:cubicBezTo>
                  <a:cubicBezTo>
                    <a:pt x="410048" y="0"/>
                    <a:pt x="429917" y="25551"/>
                    <a:pt x="429917" y="82347"/>
                  </a:cubicBezTo>
                  <a:lnTo>
                    <a:pt x="429917" y="212403"/>
                  </a:lnTo>
                  <a:cubicBezTo>
                    <a:pt x="429917" y="244775"/>
                    <a:pt x="431625" y="252722"/>
                    <a:pt x="478765" y="252722"/>
                  </a:cubicBezTo>
                  <a:lnTo>
                    <a:pt x="478765" y="270895"/>
                  </a:lnTo>
                  <a:cubicBezTo>
                    <a:pt x="455986" y="270338"/>
                    <a:pt x="431625" y="270338"/>
                    <a:pt x="406631" y="269756"/>
                  </a:cubicBezTo>
                  <a:cubicBezTo>
                    <a:pt x="381650" y="270338"/>
                    <a:pt x="357277" y="270338"/>
                    <a:pt x="337345" y="270895"/>
                  </a:cubicBezTo>
                  <a:lnTo>
                    <a:pt x="337345" y="252722"/>
                  </a:lnTo>
                  <a:cubicBezTo>
                    <a:pt x="378246" y="252153"/>
                    <a:pt x="383916" y="244205"/>
                    <a:pt x="383346" y="212403"/>
                  </a:cubicBezTo>
                  <a:lnTo>
                    <a:pt x="383346" y="94268"/>
                  </a:lnTo>
                  <a:cubicBezTo>
                    <a:pt x="383346" y="56214"/>
                    <a:pt x="376538" y="24981"/>
                    <a:pt x="331106" y="24981"/>
                  </a:cubicBezTo>
                  <a:cubicBezTo>
                    <a:pt x="277145" y="24981"/>
                    <a:pt x="262946" y="55088"/>
                    <a:pt x="262946" y="103924"/>
                  </a:cubicBezTo>
                  <a:lnTo>
                    <a:pt x="262946" y="212403"/>
                  </a:lnTo>
                  <a:cubicBezTo>
                    <a:pt x="262946" y="243066"/>
                    <a:pt x="265224" y="252722"/>
                    <a:pt x="307821" y="252722"/>
                  </a:cubicBezTo>
                  <a:lnTo>
                    <a:pt x="307821" y="270895"/>
                  </a:lnTo>
                  <a:cubicBezTo>
                    <a:pt x="289079" y="270338"/>
                    <a:pt x="264655" y="270338"/>
                    <a:pt x="239661" y="269756"/>
                  </a:cubicBezTo>
                  <a:cubicBezTo>
                    <a:pt x="214680" y="270338"/>
                    <a:pt x="190306" y="270338"/>
                    <a:pt x="170944" y="270895"/>
                  </a:cubicBezTo>
                  <a:lnTo>
                    <a:pt x="170944" y="252722"/>
                  </a:lnTo>
                  <a:cubicBezTo>
                    <a:pt x="213541" y="252153"/>
                    <a:pt x="216945" y="242497"/>
                    <a:pt x="216376" y="212403"/>
                  </a:cubicBezTo>
                  <a:lnTo>
                    <a:pt x="216376" y="100519"/>
                  </a:lnTo>
                  <a:cubicBezTo>
                    <a:pt x="216376" y="59631"/>
                    <a:pt x="214680" y="22716"/>
                    <a:pt x="163554" y="24412"/>
                  </a:cubicBezTo>
                  <a:cubicBezTo>
                    <a:pt x="105062" y="26690"/>
                    <a:pt x="95976" y="58492"/>
                    <a:pt x="95976" y="107935"/>
                  </a:cubicBezTo>
                  <a:lnTo>
                    <a:pt x="95976" y="212441"/>
                  </a:lnTo>
                  <a:cubicBezTo>
                    <a:pt x="95976" y="243104"/>
                    <a:pt x="97684" y="252760"/>
                    <a:pt x="141977" y="252760"/>
                  </a:cubicBezTo>
                  <a:lnTo>
                    <a:pt x="141977" y="270933"/>
                  </a:lnTo>
                  <a:cubicBezTo>
                    <a:pt x="122108" y="270376"/>
                    <a:pt x="97684" y="270376"/>
                    <a:pt x="72691" y="269794"/>
                  </a:cubicBezTo>
                  <a:cubicBezTo>
                    <a:pt x="47709" y="270376"/>
                    <a:pt x="23336" y="270376"/>
                    <a:pt x="0" y="270933"/>
                  </a:cubicBezTo>
                  <a:lnTo>
                    <a:pt x="0" y="252722"/>
                  </a:lnTo>
                  <a:cubicBezTo>
                    <a:pt x="45432" y="252722"/>
                    <a:pt x="49975" y="243636"/>
                    <a:pt x="49355" y="212403"/>
                  </a:cubicBezTo>
                  <a:lnTo>
                    <a:pt x="49355" y="62466"/>
                  </a:lnTo>
                  <a:cubicBezTo>
                    <a:pt x="49355" y="26690"/>
                    <a:pt x="45381" y="23855"/>
                    <a:pt x="0" y="22146"/>
                  </a:cubicBezTo>
                  <a:lnTo>
                    <a:pt x="0" y="5682"/>
                  </a:lnTo>
                  <a:lnTo>
                    <a:pt x="93141" y="5682"/>
                  </a:lnTo>
                  <a:lnTo>
                    <a:pt x="93141" y="37497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 10">
              <a:extLst>
                <a:ext uri="{FF2B5EF4-FFF2-40B4-BE49-F238E27FC236}">
                  <a16:creationId xmlns:a16="http://schemas.microsoft.com/office/drawing/2014/main" id="{18191942-E26D-4FB6-8978-CF7C1B010CEC}"/>
                </a:ext>
              </a:extLst>
            </p:cNvPr>
            <p:cNvSpPr/>
            <p:nvPr/>
          </p:nvSpPr>
          <p:spPr>
            <a:xfrm>
              <a:off x="5032902" y="882412"/>
              <a:ext cx="228309" cy="275501"/>
            </a:xfrm>
            <a:custGeom>
              <a:avLst/>
              <a:gdLst>
                <a:gd name="connsiteX0" fmla="*/ 228309 w 228309"/>
                <a:gd name="connsiteY0" fmla="*/ 186903 h 275501"/>
                <a:gd name="connsiteX1" fmla="*/ 228309 w 228309"/>
                <a:gd name="connsiteY1" fmla="*/ 253355 h 275501"/>
                <a:gd name="connsiteX2" fmla="*/ 123804 w 228309"/>
                <a:gd name="connsiteY2" fmla="*/ 275501 h 275501"/>
                <a:gd name="connsiteX3" fmla="*/ 0 w 228309"/>
                <a:gd name="connsiteY3" fmla="*/ 136295 h 275501"/>
                <a:gd name="connsiteX4" fmla="*/ 126652 w 228309"/>
                <a:gd name="connsiteY4" fmla="*/ 0 h 275501"/>
                <a:gd name="connsiteX5" fmla="*/ 228309 w 228309"/>
                <a:gd name="connsiteY5" fmla="*/ 26120 h 275501"/>
                <a:gd name="connsiteX6" fmla="*/ 228309 w 228309"/>
                <a:gd name="connsiteY6" fmla="*/ 86320 h 275501"/>
                <a:gd name="connsiteX7" fmla="*/ 198773 w 228309"/>
                <a:gd name="connsiteY7" fmla="*/ 86320 h 275501"/>
                <a:gd name="connsiteX8" fmla="*/ 134029 w 228309"/>
                <a:gd name="connsiteY8" fmla="*/ 18173 h 275501"/>
                <a:gd name="connsiteX9" fmla="*/ 50506 w 228309"/>
                <a:gd name="connsiteY9" fmla="*/ 136295 h 275501"/>
                <a:gd name="connsiteX10" fmla="*/ 134561 w 228309"/>
                <a:gd name="connsiteY10" fmla="*/ 257265 h 275501"/>
                <a:gd name="connsiteX11" fmla="*/ 199874 w 228309"/>
                <a:gd name="connsiteY11" fmla="*/ 186840 h 27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09" h="275501">
                  <a:moveTo>
                    <a:pt x="228309" y="186903"/>
                  </a:moveTo>
                  <a:lnTo>
                    <a:pt x="228309" y="253355"/>
                  </a:lnTo>
                  <a:cubicBezTo>
                    <a:pt x="193660" y="270958"/>
                    <a:pt x="162427" y="275501"/>
                    <a:pt x="123804" y="275501"/>
                  </a:cubicBezTo>
                  <a:cubicBezTo>
                    <a:pt x="26120" y="275501"/>
                    <a:pt x="0" y="228361"/>
                    <a:pt x="0" y="136295"/>
                  </a:cubicBezTo>
                  <a:cubicBezTo>
                    <a:pt x="0" y="46571"/>
                    <a:pt x="32372" y="0"/>
                    <a:pt x="126652" y="0"/>
                  </a:cubicBezTo>
                  <a:cubicBezTo>
                    <a:pt x="154493" y="0"/>
                    <a:pt x="207289" y="5062"/>
                    <a:pt x="228309" y="26120"/>
                  </a:cubicBezTo>
                  <a:lnTo>
                    <a:pt x="228309" y="86320"/>
                  </a:lnTo>
                  <a:lnTo>
                    <a:pt x="198773" y="86320"/>
                  </a:lnTo>
                  <a:cubicBezTo>
                    <a:pt x="194799" y="59061"/>
                    <a:pt x="202177" y="18173"/>
                    <a:pt x="134029" y="18173"/>
                  </a:cubicBezTo>
                  <a:cubicBezTo>
                    <a:pt x="57922" y="18173"/>
                    <a:pt x="50506" y="73855"/>
                    <a:pt x="50506" y="136295"/>
                  </a:cubicBezTo>
                  <a:cubicBezTo>
                    <a:pt x="50506" y="198736"/>
                    <a:pt x="57327" y="257265"/>
                    <a:pt x="134561" y="257265"/>
                  </a:cubicBezTo>
                  <a:cubicBezTo>
                    <a:pt x="197596" y="257265"/>
                    <a:pt x="194191" y="229424"/>
                    <a:pt x="199874" y="186840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 11">
              <a:extLst>
                <a:ext uri="{FF2B5EF4-FFF2-40B4-BE49-F238E27FC236}">
                  <a16:creationId xmlns:a16="http://schemas.microsoft.com/office/drawing/2014/main" id="{F4D5EE00-2F39-4E24-8155-AEC12417397C}"/>
                </a:ext>
              </a:extLst>
            </p:cNvPr>
            <p:cNvSpPr/>
            <p:nvPr/>
          </p:nvSpPr>
          <p:spPr>
            <a:xfrm>
              <a:off x="5301417" y="751850"/>
              <a:ext cx="147658" cy="401520"/>
            </a:xfrm>
            <a:custGeom>
              <a:avLst/>
              <a:gdLst>
                <a:gd name="connsiteX0" fmla="*/ 97115 w 147658"/>
                <a:gd name="connsiteY0" fmla="*/ 343598 h 401520"/>
                <a:gd name="connsiteX1" fmla="*/ 147659 w 147658"/>
                <a:gd name="connsiteY1" fmla="*/ 383348 h 401520"/>
                <a:gd name="connsiteX2" fmla="*/ 147659 w 147658"/>
                <a:gd name="connsiteY2" fmla="*/ 401521 h 401520"/>
                <a:gd name="connsiteX3" fmla="*/ 73829 w 147658"/>
                <a:gd name="connsiteY3" fmla="*/ 400382 h 401520"/>
                <a:gd name="connsiteX4" fmla="*/ 0 w 147658"/>
                <a:gd name="connsiteY4" fmla="*/ 401521 h 401520"/>
                <a:gd name="connsiteX5" fmla="*/ 0 w 147658"/>
                <a:gd name="connsiteY5" fmla="*/ 383348 h 401520"/>
                <a:gd name="connsiteX6" fmla="*/ 50544 w 147658"/>
                <a:gd name="connsiteY6" fmla="*/ 343598 h 401520"/>
                <a:gd name="connsiteX7" fmla="*/ 50544 w 147658"/>
                <a:gd name="connsiteY7" fmla="*/ 194268 h 401520"/>
                <a:gd name="connsiteX8" fmla="*/ 0 w 147658"/>
                <a:gd name="connsiteY8" fmla="*/ 153949 h 401520"/>
                <a:gd name="connsiteX9" fmla="*/ 0 w 147658"/>
                <a:gd name="connsiteY9" fmla="*/ 136308 h 401520"/>
                <a:gd name="connsiteX10" fmla="*/ 97115 w 147658"/>
                <a:gd name="connsiteY10" fmla="*/ 136308 h 401520"/>
                <a:gd name="connsiteX11" fmla="*/ 97115 w 147658"/>
                <a:gd name="connsiteY11" fmla="*/ 343598 h 401520"/>
                <a:gd name="connsiteX12" fmla="*/ 39749 w 147658"/>
                <a:gd name="connsiteY12" fmla="*/ 37484 h 401520"/>
                <a:gd name="connsiteX13" fmla="*/ 71552 w 147658"/>
                <a:gd name="connsiteY13" fmla="*/ 0 h 401520"/>
                <a:gd name="connsiteX14" fmla="*/ 103366 w 147658"/>
                <a:gd name="connsiteY14" fmla="*/ 37484 h 401520"/>
                <a:gd name="connsiteX15" fmla="*/ 71552 w 147658"/>
                <a:gd name="connsiteY15" fmla="*/ 74956 h 401520"/>
                <a:gd name="connsiteX16" fmla="*/ 39749 w 147658"/>
                <a:gd name="connsiteY16" fmla="*/ 37484 h 4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7658" h="401520">
                  <a:moveTo>
                    <a:pt x="97115" y="343598"/>
                  </a:moveTo>
                  <a:cubicBezTo>
                    <a:pt x="97115" y="375970"/>
                    <a:pt x="99393" y="383348"/>
                    <a:pt x="147659" y="383348"/>
                  </a:cubicBezTo>
                  <a:lnTo>
                    <a:pt x="147659" y="401521"/>
                  </a:lnTo>
                  <a:cubicBezTo>
                    <a:pt x="123247" y="400964"/>
                    <a:pt x="98823" y="400382"/>
                    <a:pt x="73829" y="400382"/>
                  </a:cubicBezTo>
                  <a:cubicBezTo>
                    <a:pt x="48836" y="400382"/>
                    <a:pt x="24475" y="400964"/>
                    <a:pt x="0" y="401521"/>
                  </a:cubicBezTo>
                  <a:lnTo>
                    <a:pt x="0" y="383348"/>
                  </a:lnTo>
                  <a:cubicBezTo>
                    <a:pt x="48279" y="383348"/>
                    <a:pt x="50544" y="375970"/>
                    <a:pt x="50544" y="343598"/>
                  </a:cubicBezTo>
                  <a:lnTo>
                    <a:pt x="50544" y="194268"/>
                  </a:lnTo>
                  <a:cubicBezTo>
                    <a:pt x="50544" y="157353"/>
                    <a:pt x="45482" y="157353"/>
                    <a:pt x="0" y="153949"/>
                  </a:cubicBezTo>
                  <a:lnTo>
                    <a:pt x="0" y="136308"/>
                  </a:lnTo>
                  <a:lnTo>
                    <a:pt x="97115" y="136308"/>
                  </a:lnTo>
                  <a:lnTo>
                    <a:pt x="97115" y="343598"/>
                  </a:lnTo>
                  <a:close/>
                  <a:moveTo>
                    <a:pt x="39749" y="37484"/>
                  </a:moveTo>
                  <a:cubicBezTo>
                    <a:pt x="39749" y="16464"/>
                    <a:pt x="51683" y="0"/>
                    <a:pt x="71552" y="0"/>
                  </a:cubicBezTo>
                  <a:cubicBezTo>
                    <a:pt x="91420" y="0"/>
                    <a:pt x="103366" y="16452"/>
                    <a:pt x="103366" y="37484"/>
                  </a:cubicBezTo>
                  <a:cubicBezTo>
                    <a:pt x="103366" y="58517"/>
                    <a:pt x="91433" y="74956"/>
                    <a:pt x="71552" y="74956"/>
                  </a:cubicBezTo>
                  <a:cubicBezTo>
                    <a:pt x="51670" y="74956"/>
                    <a:pt x="39749" y="58504"/>
                    <a:pt x="39749" y="37484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1" name="Freihandform 14">
              <a:extLst>
                <a:ext uri="{FF2B5EF4-FFF2-40B4-BE49-F238E27FC236}">
                  <a16:creationId xmlns:a16="http://schemas.microsoft.com/office/drawing/2014/main" id="{4B24B61A-2A5E-46CD-810C-21283A8ABB55}"/>
                </a:ext>
              </a:extLst>
            </p:cNvPr>
            <p:cNvSpPr/>
            <p:nvPr/>
          </p:nvSpPr>
          <p:spPr>
            <a:xfrm>
              <a:off x="5949405" y="791599"/>
              <a:ext cx="172108" cy="366301"/>
            </a:xfrm>
            <a:custGeom>
              <a:avLst/>
              <a:gdLst>
                <a:gd name="connsiteX0" fmla="*/ 90901 w 172108"/>
                <a:gd name="connsiteY0" fmla="*/ 118135 h 366301"/>
                <a:gd name="connsiteX1" fmla="*/ 90901 w 172108"/>
                <a:gd name="connsiteY1" fmla="*/ 281690 h 366301"/>
                <a:gd name="connsiteX2" fmla="*/ 128373 w 172108"/>
                <a:gd name="connsiteY2" fmla="*/ 344168 h 366301"/>
                <a:gd name="connsiteX3" fmla="*/ 155644 w 172108"/>
                <a:gd name="connsiteY3" fmla="*/ 338486 h 366301"/>
                <a:gd name="connsiteX4" fmla="*/ 165300 w 172108"/>
                <a:gd name="connsiteY4" fmla="*/ 333942 h 366301"/>
                <a:gd name="connsiteX5" fmla="*/ 172108 w 172108"/>
                <a:gd name="connsiteY5" fmla="*/ 349850 h 366301"/>
                <a:gd name="connsiteX6" fmla="*/ 105037 w 172108"/>
                <a:gd name="connsiteY6" fmla="*/ 366302 h 366301"/>
                <a:gd name="connsiteX7" fmla="*/ 44293 w 172108"/>
                <a:gd name="connsiteY7" fmla="*/ 278842 h 366301"/>
                <a:gd name="connsiteX8" fmla="*/ 44293 w 172108"/>
                <a:gd name="connsiteY8" fmla="*/ 118123 h 366301"/>
                <a:gd name="connsiteX9" fmla="*/ 0 w 172108"/>
                <a:gd name="connsiteY9" fmla="*/ 118123 h 366301"/>
                <a:gd name="connsiteX10" fmla="*/ 0 w 172108"/>
                <a:gd name="connsiteY10" fmla="*/ 96558 h 366301"/>
                <a:gd name="connsiteX11" fmla="*/ 44293 w 172108"/>
                <a:gd name="connsiteY11" fmla="*/ 96558 h 366301"/>
                <a:gd name="connsiteX12" fmla="*/ 44293 w 172108"/>
                <a:gd name="connsiteY12" fmla="*/ 19881 h 366301"/>
                <a:gd name="connsiteX13" fmla="*/ 90876 w 172108"/>
                <a:gd name="connsiteY13" fmla="*/ 0 h 366301"/>
                <a:gd name="connsiteX14" fmla="*/ 90876 w 172108"/>
                <a:gd name="connsiteY14" fmla="*/ 96558 h 366301"/>
                <a:gd name="connsiteX15" fmla="*/ 155049 w 172108"/>
                <a:gd name="connsiteY15" fmla="*/ 96558 h 366301"/>
                <a:gd name="connsiteX16" fmla="*/ 155049 w 172108"/>
                <a:gd name="connsiteY16" fmla="*/ 118148 h 36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2108" h="366301">
                  <a:moveTo>
                    <a:pt x="90901" y="118135"/>
                  </a:moveTo>
                  <a:lnTo>
                    <a:pt x="90901" y="281690"/>
                  </a:lnTo>
                  <a:cubicBezTo>
                    <a:pt x="90901" y="308961"/>
                    <a:pt x="92597" y="344168"/>
                    <a:pt x="128373" y="344168"/>
                  </a:cubicBezTo>
                  <a:cubicBezTo>
                    <a:pt x="138028" y="344168"/>
                    <a:pt x="146558" y="341903"/>
                    <a:pt x="155644" y="338486"/>
                  </a:cubicBezTo>
                  <a:lnTo>
                    <a:pt x="165300" y="333942"/>
                  </a:lnTo>
                  <a:lnTo>
                    <a:pt x="172108" y="349850"/>
                  </a:lnTo>
                  <a:cubicBezTo>
                    <a:pt x="155075" y="358367"/>
                    <a:pt x="126677" y="366302"/>
                    <a:pt x="105037" y="366302"/>
                  </a:cubicBezTo>
                  <a:cubicBezTo>
                    <a:pt x="46533" y="366302"/>
                    <a:pt x="44293" y="325413"/>
                    <a:pt x="44293" y="278842"/>
                  </a:cubicBezTo>
                  <a:lnTo>
                    <a:pt x="44293" y="118123"/>
                  </a:lnTo>
                  <a:lnTo>
                    <a:pt x="0" y="118123"/>
                  </a:lnTo>
                  <a:lnTo>
                    <a:pt x="0" y="96558"/>
                  </a:lnTo>
                  <a:lnTo>
                    <a:pt x="44293" y="96558"/>
                  </a:lnTo>
                  <a:lnTo>
                    <a:pt x="44293" y="19881"/>
                  </a:lnTo>
                  <a:lnTo>
                    <a:pt x="90876" y="0"/>
                  </a:lnTo>
                  <a:lnTo>
                    <a:pt x="90876" y="96558"/>
                  </a:lnTo>
                  <a:lnTo>
                    <a:pt x="155049" y="96558"/>
                  </a:lnTo>
                  <a:lnTo>
                    <a:pt x="155049" y="118148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2" name="Freihandform 15">
              <a:extLst>
                <a:ext uri="{FF2B5EF4-FFF2-40B4-BE49-F238E27FC236}">
                  <a16:creationId xmlns:a16="http://schemas.microsoft.com/office/drawing/2014/main" id="{DDDCED47-84D5-4C19-A9CD-85059FAEC2A9}"/>
                </a:ext>
              </a:extLst>
            </p:cNvPr>
            <p:cNvSpPr/>
            <p:nvPr/>
          </p:nvSpPr>
          <p:spPr>
            <a:xfrm>
              <a:off x="4610257" y="728699"/>
              <a:ext cx="299132" cy="303435"/>
            </a:xfrm>
            <a:custGeom>
              <a:avLst/>
              <a:gdLst>
                <a:gd name="connsiteX0" fmla="*/ 286073 w 299132"/>
                <a:gd name="connsiteY0" fmla="*/ 81503 h 303435"/>
                <a:gd name="connsiteX1" fmla="*/ 299133 w 299132"/>
                <a:gd name="connsiteY1" fmla="*/ 81845 h 303435"/>
                <a:gd name="connsiteX2" fmla="*/ 65420 w 299132"/>
                <a:gd name="connsiteY2" fmla="*/ 4573 h 303435"/>
                <a:gd name="connsiteX3" fmla="*/ 35680 w 299132"/>
                <a:gd name="connsiteY3" fmla="*/ 303436 h 303435"/>
                <a:gd name="connsiteX4" fmla="*/ 286073 w 299132"/>
                <a:gd name="connsiteY4" fmla="*/ 81503 h 30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32" h="303435">
                  <a:moveTo>
                    <a:pt x="286073" y="81503"/>
                  </a:moveTo>
                  <a:cubicBezTo>
                    <a:pt x="290451" y="81503"/>
                    <a:pt x="294805" y="81617"/>
                    <a:pt x="299133" y="81845"/>
                  </a:cubicBezTo>
                  <a:cubicBezTo>
                    <a:pt x="239948" y="17226"/>
                    <a:pt x="151459" y="-12031"/>
                    <a:pt x="65420" y="4573"/>
                  </a:cubicBezTo>
                  <a:cubicBezTo>
                    <a:pt x="-9157" y="86806"/>
                    <a:pt x="-21228" y="208119"/>
                    <a:pt x="35680" y="303436"/>
                  </a:cubicBezTo>
                  <a:cubicBezTo>
                    <a:pt x="50664" y="178441"/>
                    <a:pt x="157017" y="81503"/>
                    <a:pt x="286073" y="81503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3" name="Freihandform 16">
              <a:extLst>
                <a:ext uri="{FF2B5EF4-FFF2-40B4-BE49-F238E27FC236}">
                  <a16:creationId xmlns:a16="http://schemas.microsoft.com/office/drawing/2014/main" id="{A896D503-62C7-4B7F-87D3-1A65AFCF1C42}"/>
                </a:ext>
              </a:extLst>
            </p:cNvPr>
            <p:cNvSpPr/>
            <p:nvPr/>
          </p:nvSpPr>
          <p:spPr>
            <a:xfrm>
              <a:off x="4471313" y="904293"/>
              <a:ext cx="335343" cy="246759"/>
            </a:xfrm>
            <a:custGeom>
              <a:avLst/>
              <a:gdLst>
                <a:gd name="connsiteX0" fmla="*/ 17942 w 335343"/>
                <a:gd name="connsiteY0" fmla="*/ 11478 h 246759"/>
                <a:gd name="connsiteX1" fmla="*/ 11691 w 335343"/>
                <a:gd name="connsiteY1" fmla="*/ 0 h 246759"/>
                <a:gd name="connsiteX2" fmla="*/ 61640 w 335343"/>
                <a:gd name="connsiteY2" fmla="*/ 241029 h 246759"/>
                <a:gd name="connsiteX3" fmla="*/ 335343 w 335343"/>
                <a:gd name="connsiteY3" fmla="*/ 117389 h 246759"/>
                <a:gd name="connsiteX4" fmla="*/ 17930 w 335343"/>
                <a:gd name="connsiteY4" fmla="*/ 11478 h 2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43" h="246759">
                  <a:moveTo>
                    <a:pt x="17942" y="11478"/>
                  </a:moveTo>
                  <a:cubicBezTo>
                    <a:pt x="15757" y="7682"/>
                    <a:pt x="13673" y="3856"/>
                    <a:pt x="11691" y="0"/>
                  </a:cubicBezTo>
                  <a:cubicBezTo>
                    <a:pt x="-14679" y="83564"/>
                    <a:pt x="4233" y="174826"/>
                    <a:pt x="61640" y="241029"/>
                  </a:cubicBezTo>
                  <a:cubicBezTo>
                    <a:pt x="170139" y="264518"/>
                    <a:pt x="281245" y="214329"/>
                    <a:pt x="335343" y="117389"/>
                  </a:cubicBezTo>
                  <a:cubicBezTo>
                    <a:pt x="219562" y="166883"/>
                    <a:pt x="82458" y="123235"/>
                    <a:pt x="17930" y="11478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4" name="Freihandform 17">
              <a:extLst>
                <a:ext uri="{FF2B5EF4-FFF2-40B4-BE49-F238E27FC236}">
                  <a16:creationId xmlns:a16="http://schemas.microsoft.com/office/drawing/2014/main" id="{6789483B-52E6-4AEC-932E-B360B9C242D4}"/>
                </a:ext>
              </a:extLst>
            </p:cNvPr>
            <p:cNvSpPr/>
            <p:nvPr/>
          </p:nvSpPr>
          <p:spPr>
            <a:xfrm>
              <a:off x="4717235" y="887662"/>
              <a:ext cx="243925" cy="339006"/>
            </a:xfrm>
            <a:custGeom>
              <a:avLst/>
              <a:gdLst>
                <a:gd name="connsiteX0" fmla="*/ 66970 w 243925"/>
                <a:gd name="connsiteY0" fmla="*/ 327870 h 339006"/>
                <a:gd name="connsiteX1" fmla="*/ 60162 w 243925"/>
                <a:gd name="connsiteY1" fmla="*/ 339006 h 339006"/>
                <a:gd name="connsiteX2" fmla="*/ 243926 w 243925"/>
                <a:gd name="connsiteY2" fmla="*/ 175237 h 339006"/>
                <a:gd name="connsiteX3" fmla="*/ 0 w 243925"/>
                <a:gd name="connsiteY3" fmla="*/ 27 h 339006"/>
                <a:gd name="connsiteX4" fmla="*/ 66970 w 243925"/>
                <a:gd name="connsiteY4" fmla="*/ 327870 h 33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25" h="339006">
                  <a:moveTo>
                    <a:pt x="66970" y="327870"/>
                  </a:moveTo>
                  <a:cubicBezTo>
                    <a:pt x="64785" y="331666"/>
                    <a:pt x="62516" y="335378"/>
                    <a:pt x="60162" y="339006"/>
                  </a:cubicBezTo>
                  <a:cubicBezTo>
                    <a:pt x="145721" y="320074"/>
                    <a:pt x="215306" y="258060"/>
                    <a:pt x="243926" y="175237"/>
                  </a:cubicBezTo>
                  <a:cubicBezTo>
                    <a:pt x="210013" y="69533"/>
                    <a:pt x="110999" y="-1589"/>
                    <a:pt x="0" y="27"/>
                  </a:cubicBezTo>
                  <a:cubicBezTo>
                    <a:pt x="100810" y="75527"/>
                    <a:pt x="131498" y="216100"/>
                    <a:pt x="66970" y="327870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700D0E6A-84FA-4D0F-A3BA-B8C1C6C1D4F8}"/>
              </a:ext>
            </a:extLst>
          </p:cNvPr>
          <p:cNvSpPr/>
          <p:nvPr userDrawn="1"/>
        </p:nvSpPr>
        <p:spPr>
          <a:xfrm>
            <a:off x="884" y="953928"/>
            <a:ext cx="12191116" cy="152122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>
                <a:solidFill>
                  <a:schemeClr val="tx2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Vielen Dank für Ihre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4414974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folie - 2 Refere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76C0FBD-BF5C-4290-92E1-36D499E9A16C}"/>
              </a:ext>
            </a:extLst>
          </p:cNvPr>
          <p:cNvSpPr/>
          <p:nvPr userDrawn="1"/>
        </p:nvSpPr>
        <p:spPr>
          <a:xfrm>
            <a:off x="7373389" y="0"/>
            <a:ext cx="4818611" cy="31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CEFF544-207A-4CDE-B6E0-3C7AE92BEF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" y="-1"/>
            <a:ext cx="12191116" cy="6858001"/>
          </a:xfrm>
          <a:prstGeom prst="rect">
            <a:avLst/>
          </a:prstGeom>
        </p:spPr>
      </p:pic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7B78DFD3-A8FD-4E75-9B97-9FD49FB7A9A0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8107" y="4725876"/>
            <a:ext cx="0" cy="19369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F54EF373-E578-4C82-BA55-1AA62B5BC2D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995441" y="4725876"/>
            <a:ext cx="6357323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Speaker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D5677B7A-B184-41A6-A28D-59B57E796B3C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555236" y="5288916"/>
            <a:ext cx="4795513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Job Position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D2CC92E-4989-44DE-B22F-648F390C5D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5236" y="5906933"/>
            <a:ext cx="4406121" cy="193587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Mailadresse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2EB8D47-101F-43F1-896A-997074DA9B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5236" y="6319314"/>
            <a:ext cx="4406122" cy="193587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Telefonnummer</a:t>
            </a:r>
          </a:p>
        </p:txBody>
      </p:sp>
      <p:pic>
        <p:nvPicPr>
          <p:cNvPr id="5" name="Grafik 4" descr="Umschlag">
            <a:extLst>
              <a:ext uri="{FF2B5EF4-FFF2-40B4-BE49-F238E27FC236}">
                <a16:creationId xmlns:a16="http://schemas.microsoft.com/office/drawing/2014/main" id="{A0B8BA7A-3D0E-47D7-B296-B74F5DE2CB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2749" y="5859727"/>
            <a:ext cx="288000" cy="288000"/>
          </a:xfrm>
          <a:prstGeom prst="rect">
            <a:avLst/>
          </a:prstGeom>
        </p:spPr>
      </p:pic>
      <p:pic>
        <p:nvPicPr>
          <p:cNvPr id="16" name="Grafik 15" descr="Empfänger">
            <a:extLst>
              <a:ext uri="{FF2B5EF4-FFF2-40B4-BE49-F238E27FC236}">
                <a16:creationId xmlns:a16="http://schemas.microsoft.com/office/drawing/2014/main" id="{550E1761-B88C-4E90-BFFD-9D21062464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3620" y="6296799"/>
            <a:ext cx="238615" cy="238615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FAB029E-F432-47F8-AC57-722709BC10F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90842" y="5492576"/>
            <a:ext cx="1337644" cy="403526"/>
            <a:chOff x="4471313" y="728699"/>
            <a:chExt cx="1650200" cy="497969"/>
          </a:xfrm>
        </p:grpSpPr>
        <p:sp>
          <p:nvSpPr>
            <p:cNvPr id="18" name="Freihandform 12">
              <a:extLst>
                <a:ext uri="{FF2B5EF4-FFF2-40B4-BE49-F238E27FC236}">
                  <a16:creationId xmlns:a16="http://schemas.microsoft.com/office/drawing/2014/main" id="{555022AF-901E-4BFD-858E-B81EF5F730D9}"/>
                </a:ext>
              </a:extLst>
            </p:cNvPr>
            <p:cNvSpPr/>
            <p:nvPr/>
          </p:nvSpPr>
          <p:spPr>
            <a:xfrm>
              <a:off x="5472184" y="882475"/>
              <a:ext cx="478765" cy="270932"/>
            </a:xfrm>
            <a:custGeom>
              <a:avLst/>
              <a:gdLst>
                <a:gd name="connsiteX0" fmla="*/ 93141 w 478765"/>
                <a:gd name="connsiteY0" fmla="*/ 37484 h 270932"/>
                <a:gd name="connsiteX1" fmla="*/ 183435 w 478765"/>
                <a:gd name="connsiteY1" fmla="*/ 0 h 270932"/>
                <a:gd name="connsiteX2" fmla="*/ 258403 w 478765"/>
                <a:gd name="connsiteY2" fmla="*/ 42584 h 270932"/>
                <a:gd name="connsiteX3" fmla="*/ 349848 w 478765"/>
                <a:gd name="connsiteY3" fmla="*/ 0 h 270932"/>
                <a:gd name="connsiteX4" fmla="*/ 429917 w 478765"/>
                <a:gd name="connsiteY4" fmla="*/ 82347 h 270932"/>
                <a:gd name="connsiteX5" fmla="*/ 429917 w 478765"/>
                <a:gd name="connsiteY5" fmla="*/ 212403 h 270932"/>
                <a:gd name="connsiteX6" fmla="*/ 478765 w 478765"/>
                <a:gd name="connsiteY6" fmla="*/ 252722 h 270932"/>
                <a:gd name="connsiteX7" fmla="*/ 478765 w 478765"/>
                <a:gd name="connsiteY7" fmla="*/ 270895 h 270932"/>
                <a:gd name="connsiteX8" fmla="*/ 406631 w 478765"/>
                <a:gd name="connsiteY8" fmla="*/ 269756 h 270932"/>
                <a:gd name="connsiteX9" fmla="*/ 337345 w 478765"/>
                <a:gd name="connsiteY9" fmla="*/ 270895 h 270932"/>
                <a:gd name="connsiteX10" fmla="*/ 337345 w 478765"/>
                <a:gd name="connsiteY10" fmla="*/ 252722 h 270932"/>
                <a:gd name="connsiteX11" fmla="*/ 383346 w 478765"/>
                <a:gd name="connsiteY11" fmla="*/ 212403 h 270932"/>
                <a:gd name="connsiteX12" fmla="*/ 383346 w 478765"/>
                <a:gd name="connsiteY12" fmla="*/ 94268 h 270932"/>
                <a:gd name="connsiteX13" fmla="*/ 331106 w 478765"/>
                <a:gd name="connsiteY13" fmla="*/ 24981 h 270932"/>
                <a:gd name="connsiteX14" fmla="*/ 262946 w 478765"/>
                <a:gd name="connsiteY14" fmla="*/ 103924 h 270932"/>
                <a:gd name="connsiteX15" fmla="*/ 262946 w 478765"/>
                <a:gd name="connsiteY15" fmla="*/ 212403 h 270932"/>
                <a:gd name="connsiteX16" fmla="*/ 307821 w 478765"/>
                <a:gd name="connsiteY16" fmla="*/ 252722 h 270932"/>
                <a:gd name="connsiteX17" fmla="*/ 307821 w 478765"/>
                <a:gd name="connsiteY17" fmla="*/ 270895 h 270932"/>
                <a:gd name="connsiteX18" fmla="*/ 239661 w 478765"/>
                <a:gd name="connsiteY18" fmla="*/ 269756 h 270932"/>
                <a:gd name="connsiteX19" fmla="*/ 170944 w 478765"/>
                <a:gd name="connsiteY19" fmla="*/ 270895 h 270932"/>
                <a:gd name="connsiteX20" fmla="*/ 170944 w 478765"/>
                <a:gd name="connsiteY20" fmla="*/ 252722 h 270932"/>
                <a:gd name="connsiteX21" fmla="*/ 216376 w 478765"/>
                <a:gd name="connsiteY21" fmla="*/ 212403 h 270932"/>
                <a:gd name="connsiteX22" fmla="*/ 216376 w 478765"/>
                <a:gd name="connsiteY22" fmla="*/ 100519 h 270932"/>
                <a:gd name="connsiteX23" fmla="*/ 163554 w 478765"/>
                <a:gd name="connsiteY23" fmla="*/ 24412 h 270932"/>
                <a:gd name="connsiteX24" fmla="*/ 95976 w 478765"/>
                <a:gd name="connsiteY24" fmla="*/ 107935 h 270932"/>
                <a:gd name="connsiteX25" fmla="*/ 95976 w 478765"/>
                <a:gd name="connsiteY25" fmla="*/ 212441 h 270932"/>
                <a:gd name="connsiteX26" fmla="*/ 141977 w 478765"/>
                <a:gd name="connsiteY26" fmla="*/ 252760 h 270932"/>
                <a:gd name="connsiteX27" fmla="*/ 141977 w 478765"/>
                <a:gd name="connsiteY27" fmla="*/ 270933 h 270932"/>
                <a:gd name="connsiteX28" fmla="*/ 72691 w 478765"/>
                <a:gd name="connsiteY28" fmla="*/ 269794 h 270932"/>
                <a:gd name="connsiteX29" fmla="*/ 0 w 478765"/>
                <a:gd name="connsiteY29" fmla="*/ 270933 h 270932"/>
                <a:gd name="connsiteX30" fmla="*/ 0 w 478765"/>
                <a:gd name="connsiteY30" fmla="*/ 252722 h 270932"/>
                <a:gd name="connsiteX31" fmla="*/ 49355 w 478765"/>
                <a:gd name="connsiteY31" fmla="*/ 212403 h 270932"/>
                <a:gd name="connsiteX32" fmla="*/ 49355 w 478765"/>
                <a:gd name="connsiteY32" fmla="*/ 62466 h 270932"/>
                <a:gd name="connsiteX33" fmla="*/ 0 w 478765"/>
                <a:gd name="connsiteY33" fmla="*/ 22146 h 270932"/>
                <a:gd name="connsiteX34" fmla="*/ 0 w 478765"/>
                <a:gd name="connsiteY34" fmla="*/ 5682 h 270932"/>
                <a:gd name="connsiteX35" fmla="*/ 93141 w 478765"/>
                <a:gd name="connsiteY35" fmla="*/ 5682 h 270932"/>
                <a:gd name="connsiteX36" fmla="*/ 93141 w 478765"/>
                <a:gd name="connsiteY36" fmla="*/ 37497 h 27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78765" h="270932">
                  <a:moveTo>
                    <a:pt x="93141" y="37484"/>
                  </a:moveTo>
                  <a:cubicBezTo>
                    <a:pt x="119830" y="10213"/>
                    <a:pt x="146520" y="0"/>
                    <a:pt x="183435" y="0"/>
                  </a:cubicBezTo>
                  <a:cubicBezTo>
                    <a:pt x="212402" y="0"/>
                    <a:pt x="238535" y="4543"/>
                    <a:pt x="258403" y="42584"/>
                  </a:cubicBezTo>
                  <a:cubicBezTo>
                    <a:pt x="281119" y="13060"/>
                    <a:pt x="312934" y="0"/>
                    <a:pt x="349848" y="0"/>
                  </a:cubicBezTo>
                  <a:cubicBezTo>
                    <a:pt x="410048" y="0"/>
                    <a:pt x="429917" y="25551"/>
                    <a:pt x="429917" y="82347"/>
                  </a:cubicBezTo>
                  <a:lnTo>
                    <a:pt x="429917" y="212403"/>
                  </a:lnTo>
                  <a:cubicBezTo>
                    <a:pt x="429917" y="244775"/>
                    <a:pt x="431625" y="252722"/>
                    <a:pt x="478765" y="252722"/>
                  </a:cubicBezTo>
                  <a:lnTo>
                    <a:pt x="478765" y="270895"/>
                  </a:lnTo>
                  <a:cubicBezTo>
                    <a:pt x="455986" y="270338"/>
                    <a:pt x="431625" y="270338"/>
                    <a:pt x="406631" y="269756"/>
                  </a:cubicBezTo>
                  <a:cubicBezTo>
                    <a:pt x="381650" y="270338"/>
                    <a:pt x="357277" y="270338"/>
                    <a:pt x="337345" y="270895"/>
                  </a:cubicBezTo>
                  <a:lnTo>
                    <a:pt x="337345" y="252722"/>
                  </a:lnTo>
                  <a:cubicBezTo>
                    <a:pt x="378246" y="252153"/>
                    <a:pt x="383916" y="244205"/>
                    <a:pt x="383346" y="212403"/>
                  </a:cubicBezTo>
                  <a:lnTo>
                    <a:pt x="383346" y="94268"/>
                  </a:lnTo>
                  <a:cubicBezTo>
                    <a:pt x="383346" y="56214"/>
                    <a:pt x="376538" y="24981"/>
                    <a:pt x="331106" y="24981"/>
                  </a:cubicBezTo>
                  <a:cubicBezTo>
                    <a:pt x="277145" y="24981"/>
                    <a:pt x="262946" y="55088"/>
                    <a:pt x="262946" y="103924"/>
                  </a:cubicBezTo>
                  <a:lnTo>
                    <a:pt x="262946" y="212403"/>
                  </a:lnTo>
                  <a:cubicBezTo>
                    <a:pt x="262946" y="243066"/>
                    <a:pt x="265224" y="252722"/>
                    <a:pt x="307821" y="252722"/>
                  </a:cubicBezTo>
                  <a:lnTo>
                    <a:pt x="307821" y="270895"/>
                  </a:lnTo>
                  <a:cubicBezTo>
                    <a:pt x="289079" y="270338"/>
                    <a:pt x="264655" y="270338"/>
                    <a:pt x="239661" y="269756"/>
                  </a:cubicBezTo>
                  <a:cubicBezTo>
                    <a:pt x="214680" y="270338"/>
                    <a:pt x="190306" y="270338"/>
                    <a:pt x="170944" y="270895"/>
                  </a:cubicBezTo>
                  <a:lnTo>
                    <a:pt x="170944" y="252722"/>
                  </a:lnTo>
                  <a:cubicBezTo>
                    <a:pt x="213541" y="252153"/>
                    <a:pt x="216945" y="242497"/>
                    <a:pt x="216376" y="212403"/>
                  </a:cubicBezTo>
                  <a:lnTo>
                    <a:pt x="216376" y="100519"/>
                  </a:lnTo>
                  <a:cubicBezTo>
                    <a:pt x="216376" y="59631"/>
                    <a:pt x="214680" y="22716"/>
                    <a:pt x="163554" y="24412"/>
                  </a:cubicBezTo>
                  <a:cubicBezTo>
                    <a:pt x="105062" y="26690"/>
                    <a:pt x="95976" y="58492"/>
                    <a:pt x="95976" y="107935"/>
                  </a:cubicBezTo>
                  <a:lnTo>
                    <a:pt x="95976" y="212441"/>
                  </a:lnTo>
                  <a:cubicBezTo>
                    <a:pt x="95976" y="243104"/>
                    <a:pt x="97684" y="252760"/>
                    <a:pt x="141977" y="252760"/>
                  </a:cubicBezTo>
                  <a:lnTo>
                    <a:pt x="141977" y="270933"/>
                  </a:lnTo>
                  <a:cubicBezTo>
                    <a:pt x="122108" y="270376"/>
                    <a:pt x="97684" y="270376"/>
                    <a:pt x="72691" y="269794"/>
                  </a:cubicBezTo>
                  <a:cubicBezTo>
                    <a:pt x="47709" y="270376"/>
                    <a:pt x="23336" y="270376"/>
                    <a:pt x="0" y="270933"/>
                  </a:cubicBezTo>
                  <a:lnTo>
                    <a:pt x="0" y="252722"/>
                  </a:lnTo>
                  <a:cubicBezTo>
                    <a:pt x="45432" y="252722"/>
                    <a:pt x="49975" y="243636"/>
                    <a:pt x="49355" y="212403"/>
                  </a:cubicBezTo>
                  <a:lnTo>
                    <a:pt x="49355" y="62466"/>
                  </a:lnTo>
                  <a:cubicBezTo>
                    <a:pt x="49355" y="26690"/>
                    <a:pt x="45381" y="23855"/>
                    <a:pt x="0" y="22146"/>
                  </a:cubicBezTo>
                  <a:lnTo>
                    <a:pt x="0" y="5682"/>
                  </a:lnTo>
                  <a:lnTo>
                    <a:pt x="93141" y="5682"/>
                  </a:lnTo>
                  <a:lnTo>
                    <a:pt x="93141" y="37497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 10">
              <a:extLst>
                <a:ext uri="{FF2B5EF4-FFF2-40B4-BE49-F238E27FC236}">
                  <a16:creationId xmlns:a16="http://schemas.microsoft.com/office/drawing/2014/main" id="{18191942-E26D-4FB6-8978-CF7C1B010CEC}"/>
                </a:ext>
              </a:extLst>
            </p:cNvPr>
            <p:cNvSpPr/>
            <p:nvPr/>
          </p:nvSpPr>
          <p:spPr>
            <a:xfrm>
              <a:off x="5032902" y="882412"/>
              <a:ext cx="228309" cy="275501"/>
            </a:xfrm>
            <a:custGeom>
              <a:avLst/>
              <a:gdLst>
                <a:gd name="connsiteX0" fmla="*/ 228309 w 228309"/>
                <a:gd name="connsiteY0" fmla="*/ 186903 h 275501"/>
                <a:gd name="connsiteX1" fmla="*/ 228309 w 228309"/>
                <a:gd name="connsiteY1" fmla="*/ 253355 h 275501"/>
                <a:gd name="connsiteX2" fmla="*/ 123804 w 228309"/>
                <a:gd name="connsiteY2" fmla="*/ 275501 h 275501"/>
                <a:gd name="connsiteX3" fmla="*/ 0 w 228309"/>
                <a:gd name="connsiteY3" fmla="*/ 136295 h 275501"/>
                <a:gd name="connsiteX4" fmla="*/ 126652 w 228309"/>
                <a:gd name="connsiteY4" fmla="*/ 0 h 275501"/>
                <a:gd name="connsiteX5" fmla="*/ 228309 w 228309"/>
                <a:gd name="connsiteY5" fmla="*/ 26120 h 275501"/>
                <a:gd name="connsiteX6" fmla="*/ 228309 w 228309"/>
                <a:gd name="connsiteY6" fmla="*/ 86320 h 275501"/>
                <a:gd name="connsiteX7" fmla="*/ 198773 w 228309"/>
                <a:gd name="connsiteY7" fmla="*/ 86320 h 275501"/>
                <a:gd name="connsiteX8" fmla="*/ 134029 w 228309"/>
                <a:gd name="connsiteY8" fmla="*/ 18173 h 275501"/>
                <a:gd name="connsiteX9" fmla="*/ 50506 w 228309"/>
                <a:gd name="connsiteY9" fmla="*/ 136295 h 275501"/>
                <a:gd name="connsiteX10" fmla="*/ 134561 w 228309"/>
                <a:gd name="connsiteY10" fmla="*/ 257265 h 275501"/>
                <a:gd name="connsiteX11" fmla="*/ 199874 w 228309"/>
                <a:gd name="connsiteY11" fmla="*/ 186840 h 27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09" h="275501">
                  <a:moveTo>
                    <a:pt x="228309" y="186903"/>
                  </a:moveTo>
                  <a:lnTo>
                    <a:pt x="228309" y="253355"/>
                  </a:lnTo>
                  <a:cubicBezTo>
                    <a:pt x="193660" y="270958"/>
                    <a:pt x="162427" y="275501"/>
                    <a:pt x="123804" y="275501"/>
                  </a:cubicBezTo>
                  <a:cubicBezTo>
                    <a:pt x="26120" y="275501"/>
                    <a:pt x="0" y="228361"/>
                    <a:pt x="0" y="136295"/>
                  </a:cubicBezTo>
                  <a:cubicBezTo>
                    <a:pt x="0" y="46571"/>
                    <a:pt x="32372" y="0"/>
                    <a:pt x="126652" y="0"/>
                  </a:cubicBezTo>
                  <a:cubicBezTo>
                    <a:pt x="154493" y="0"/>
                    <a:pt x="207289" y="5062"/>
                    <a:pt x="228309" y="26120"/>
                  </a:cubicBezTo>
                  <a:lnTo>
                    <a:pt x="228309" y="86320"/>
                  </a:lnTo>
                  <a:lnTo>
                    <a:pt x="198773" y="86320"/>
                  </a:lnTo>
                  <a:cubicBezTo>
                    <a:pt x="194799" y="59061"/>
                    <a:pt x="202177" y="18173"/>
                    <a:pt x="134029" y="18173"/>
                  </a:cubicBezTo>
                  <a:cubicBezTo>
                    <a:pt x="57922" y="18173"/>
                    <a:pt x="50506" y="73855"/>
                    <a:pt x="50506" y="136295"/>
                  </a:cubicBezTo>
                  <a:cubicBezTo>
                    <a:pt x="50506" y="198736"/>
                    <a:pt x="57327" y="257265"/>
                    <a:pt x="134561" y="257265"/>
                  </a:cubicBezTo>
                  <a:cubicBezTo>
                    <a:pt x="197596" y="257265"/>
                    <a:pt x="194191" y="229424"/>
                    <a:pt x="199874" y="186840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 11">
              <a:extLst>
                <a:ext uri="{FF2B5EF4-FFF2-40B4-BE49-F238E27FC236}">
                  <a16:creationId xmlns:a16="http://schemas.microsoft.com/office/drawing/2014/main" id="{F4D5EE00-2F39-4E24-8155-AEC12417397C}"/>
                </a:ext>
              </a:extLst>
            </p:cNvPr>
            <p:cNvSpPr/>
            <p:nvPr/>
          </p:nvSpPr>
          <p:spPr>
            <a:xfrm>
              <a:off x="5301417" y="751850"/>
              <a:ext cx="147658" cy="401520"/>
            </a:xfrm>
            <a:custGeom>
              <a:avLst/>
              <a:gdLst>
                <a:gd name="connsiteX0" fmla="*/ 97115 w 147658"/>
                <a:gd name="connsiteY0" fmla="*/ 343598 h 401520"/>
                <a:gd name="connsiteX1" fmla="*/ 147659 w 147658"/>
                <a:gd name="connsiteY1" fmla="*/ 383348 h 401520"/>
                <a:gd name="connsiteX2" fmla="*/ 147659 w 147658"/>
                <a:gd name="connsiteY2" fmla="*/ 401521 h 401520"/>
                <a:gd name="connsiteX3" fmla="*/ 73829 w 147658"/>
                <a:gd name="connsiteY3" fmla="*/ 400382 h 401520"/>
                <a:gd name="connsiteX4" fmla="*/ 0 w 147658"/>
                <a:gd name="connsiteY4" fmla="*/ 401521 h 401520"/>
                <a:gd name="connsiteX5" fmla="*/ 0 w 147658"/>
                <a:gd name="connsiteY5" fmla="*/ 383348 h 401520"/>
                <a:gd name="connsiteX6" fmla="*/ 50544 w 147658"/>
                <a:gd name="connsiteY6" fmla="*/ 343598 h 401520"/>
                <a:gd name="connsiteX7" fmla="*/ 50544 w 147658"/>
                <a:gd name="connsiteY7" fmla="*/ 194268 h 401520"/>
                <a:gd name="connsiteX8" fmla="*/ 0 w 147658"/>
                <a:gd name="connsiteY8" fmla="*/ 153949 h 401520"/>
                <a:gd name="connsiteX9" fmla="*/ 0 w 147658"/>
                <a:gd name="connsiteY9" fmla="*/ 136308 h 401520"/>
                <a:gd name="connsiteX10" fmla="*/ 97115 w 147658"/>
                <a:gd name="connsiteY10" fmla="*/ 136308 h 401520"/>
                <a:gd name="connsiteX11" fmla="*/ 97115 w 147658"/>
                <a:gd name="connsiteY11" fmla="*/ 343598 h 401520"/>
                <a:gd name="connsiteX12" fmla="*/ 39749 w 147658"/>
                <a:gd name="connsiteY12" fmla="*/ 37484 h 401520"/>
                <a:gd name="connsiteX13" fmla="*/ 71552 w 147658"/>
                <a:gd name="connsiteY13" fmla="*/ 0 h 401520"/>
                <a:gd name="connsiteX14" fmla="*/ 103366 w 147658"/>
                <a:gd name="connsiteY14" fmla="*/ 37484 h 401520"/>
                <a:gd name="connsiteX15" fmla="*/ 71552 w 147658"/>
                <a:gd name="connsiteY15" fmla="*/ 74956 h 401520"/>
                <a:gd name="connsiteX16" fmla="*/ 39749 w 147658"/>
                <a:gd name="connsiteY16" fmla="*/ 37484 h 4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7658" h="401520">
                  <a:moveTo>
                    <a:pt x="97115" y="343598"/>
                  </a:moveTo>
                  <a:cubicBezTo>
                    <a:pt x="97115" y="375970"/>
                    <a:pt x="99393" y="383348"/>
                    <a:pt x="147659" y="383348"/>
                  </a:cubicBezTo>
                  <a:lnTo>
                    <a:pt x="147659" y="401521"/>
                  </a:lnTo>
                  <a:cubicBezTo>
                    <a:pt x="123247" y="400964"/>
                    <a:pt x="98823" y="400382"/>
                    <a:pt x="73829" y="400382"/>
                  </a:cubicBezTo>
                  <a:cubicBezTo>
                    <a:pt x="48836" y="400382"/>
                    <a:pt x="24475" y="400964"/>
                    <a:pt x="0" y="401521"/>
                  </a:cubicBezTo>
                  <a:lnTo>
                    <a:pt x="0" y="383348"/>
                  </a:lnTo>
                  <a:cubicBezTo>
                    <a:pt x="48279" y="383348"/>
                    <a:pt x="50544" y="375970"/>
                    <a:pt x="50544" y="343598"/>
                  </a:cubicBezTo>
                  <a:lnTo>
                    <a:pt x="50544" y="194268"/>
                  </a:lnTo>
                  <a:cubicBezTo>
                    <a:pt x="50544" y="157353"/>
                    <a:pt x="45482" y="157353"/>
                    <a:pt x="0" y="153949"/>
                  </a:cubicBezTo>
                  <a:lnTo>
                    <a:pt x="0" y="136308"/>
                  </a:lnTo>
                  <a:lnTo>
                    <a:pt x="97115" y="136308"/>
                  </a:lnTo>
                  <a:lnTo>
                    <a:pt x="97115" y="343598"/>
                  </a:lnTo>
                  <a:close/>
                  <a:moveTo>
                    <a:pt x="39749" y="37484"/>
                  </a:moveTo>
                  <a:cubicBezTo>
                    <a:pt x="39749" y="16464"/>
                    <a:pt x="51683" y="0"/>
                    <a:pt x="71552" y="0"/>
                  </a:cubicBezTo>
                  <a:cubicBezTo>
                    <a:pt x="91420" y="0"/>
                    <a:pt x="103366" y="16452"/>
                    <a:pt x="103366" y="37484"/>
                  </a:cubicBezTo>
                  <a:cubicBezTo>
                    <a:pt x="103366" y="58517"/>
                    <a:pt x="91433" y="74956"/>
                    <a:pt x="71552" y="74956"/>
                  </a:cubicBezTo>
                  <a:cubicBezTo>
                    <a:pt x="51670" y="74956"/>
                    <a:pt x="39749" y="58504"/>
                    <a:pt x="39749" y="37484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1" name="Freihandform 14">
              <a:extLst>
                <a:ext uri="{FF2B5EF4-FFF2-40B4-BE49-F238E27FC236}">
                  <a16:creationId xmlns:a16="http://schemas.microsoft.com/office/drawing/2014/main" id="{4B24B61A-2A5E-46CD-810C-21283A8ABB55}"/>
                </a:ext>
              </a:extLst>
            </p:cNvPr>
            <p:cNvSpPr/>
            <p:nvPr/>
          </p:nvSpPr>
          <p:spPr>
            <a:xfrm>
              <a:off x="5949405" y="791599"/>
              <a:ext cx="172108" cy="366301"/>
            </a:xfrm>
            <a:custGeom>
              <a:avLst/>
              <a:gdLst>
                <a:gd name="connsiteX0" fmla="*/ 90901 w 172108"/>
                <a:gd name="connsiteY0" fmla="*/ 118135 h 366301"/>
                <a:gd name="connsiteX1" fmla="*/ 90901 w 172108"/>
                <a:gd name="connsiteY1" fmla="*/ 281690 h 366301"/>
                <a:gd name="connsiteX2" fmla="*/ 128373 w 172108"/>
                <a:gd name="connsiteY2" fmla="*/ 344168 h 366301"/>
                <a:gd name="connsiteX3" fmla="*/ 155644 w 172108"/>
                <a:gd name="connsiteY3" fmla="*/ 338486 h 366301"/>
                <a:gd name="connsiteX4" fmla="*/ 165300 w 172108"/>
                <a:gd name="connsiteY4" fmla="*/ 333942 h 366301"/>
                <a:gd name="connsiteX5" fmla="*/ 172108 w 172108"/>
                <a:gd name="connsiteY5" fmla="*/ 349850 h 366301"/>
                <a:gd name="connsiteX6" fmla="*/ 105037 w 172108"/>
                <a:gd name="connsiteY6" fmla="*/ 366302 h 366301"/>
                <a:gd name="connsiteX7" fmla="*/ 44293 w 172108"/>
                <a:gd name="connsiteY7" fmla="*/ 278842 h 366301"/>
                <a:gd name="connsiteX8" fmla="*/ 44293 w 172108"/>
                <a:gd name="connsiteY8" fmla="*/ 118123 h 366301"/>
                <a:gd name="connsiteX9" fmla="*/ 0 w 172108"/>
                <a:gd name="connsiteY9" fmla="*/ 118123 h 366301"/>
                <a:gd name="connsiteX10" fmla="*/ 0 w 172108"/>
                <a:gd name="connsiteY10" fmla="*/ 96558 h 366301"/>
                <a:gd name="connsiteX11" fmla="*/ 44293 w 172108"/>
                <a:gd name="connsiteY11" fmla="*/ 96558 h 366301"/>
                <a:gd name="connsiteX12" fmla="*/ 44293 w 172108"/>
                <a:gd name="connsiteY12" fmla="*/ 19881 h 366301"/>
                <a:gd name="connsiteX13" fmla="*/ 90876 w 172108"/>
                <a:gd name="connsiteY13" fmla="*/ 0 h 366301"/>
                <a:gd name="connsiteX14" fmla="*/ 90876 w 172108"/>
                <a:gd name="connsiteY14" fmla="*/ 96558 h 366301"/>
                <a:gd name="connsiteX15" fmla="*/ 155049 w 172108"/>
                <a:gd name="connsiteY15" fmla="*/ 96558 h 366301"/>
                <a:gd name="connsiteX16" fmla="*/ 155049 w 172108"/>
                <a:gd name="connsiteY16" fmla="*/ 118148 h 36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2108" h="366301">
                  <a:moveTo>
                    <a:pt x="90901" y="118135"/>
                  </a:moveTo>
                  <a:lnTo>
                    <a:pt x="90901" y="281690"/>
                  </a:lnTo>
                  <a:cubicBezTo>
                    <a:pt x="90901" y="308961"/>
                    <a:pt x="92597" y="344168"/>
                    <a:pt x="128373" y="344168"/>
                  </a:cubicBezTo>
                  <a:cubicBezTo>
                    <a:pt x="138028" y="344168"/>
                    <a:pt x="146558" y="341903"/>
                    <a:pt x="155644" y="338486"/>
                  </a:cubicBezTo>
                  <a:lnTo>
                    <a:pt x="165300" y="333942"/>
                  </a:lnTo>
                  <a:lnTo>
                    <a:pt x="172108" y="349850"/>
                  </a:lnTo>
                  <a:cubicBezTo>
                    <a:pt x="155075" y="358367"/>
                    <a:pt x="126677" y="366302"/>
                    <a:pt x="105037" y="366302"/>
                  </a:cubicBezTo>
                  <a:cubicBezTo>
                    <a:pt x="46533" y="366302"/>
                    <a:pt x="44293" y="325413"/>
                    <a:pt x="44293" y="278842"/>
                  </a:cubicBezTo>
                  <a:lnTo>
                    <a:pt x="44293" y="118123"/>
                  </a:lnTo>
                  <a:lnTo>
                    <a:pt x="0" y="118123"/>
                  </a:lnTo>
                  <a:lnTo>
                    <a:pt x="0" y="96558"/>
                  </a:lnTo>
                  <a:lnTo>
                    <a:pt x="44293" y="96558"/>
                  </a:lnTo>
                  <a:lnTo>
                    <a:pt x="44293" y="19881"/>
                  </a:lnTo>
                  <a:lnTo>
                    <a:pt x="90876" y="0"/>
                  </a:lnTo>
                  <a:lnTo>
                    <a:pt x="90876" y="96558"/>
                  </a:lnTo>
                  <a:lnTo>
                    <a:pt x="155049" y="96558"/>
                  </a:lnTo>
                  <a:lnTo>
                    <a:pt x="155049" y="118148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2" name="Freihandform 15">
              <a:extLst>
                <a:ext uri="{FF2B5EF4-FFF2-40B4-BE49-F238E27FC236}">
                  <a16:creationId xmlns:a16="http://schemas.microsoft.com/office/drawing/2014/main" id="{DDDCED47-84D5-4C19-A9CD-85059FAEC2A9}"/>
                </a:ext>
              </a:extLst>
            </p:cNvPr>
            <p:cNvSpPr/>
            <p:nvPr/>
          </p:nvSpPr>
          <p:spPr>
            <a:xfrm>
              <a:off x="4610257" y="728699"/>
              <a:ext cx="299132" cy="303435"/>
            </a:xfrm>
            <a:custGeom>
              <a:avLst/>
              <a:gdLst>
                <a:gd name="connsiteX0" fmla="*/ 286073 w 299132"/>
                <a:gd name="connsiteY0" fmla="*/ 81503 h 303435"/>
                <a:gd name="connsiteX1" fmla="*/ 299133 w 299132"/>
                <a:gd name="connsiteY1" fmla="*/ 81845 h 303435"/>
                <a:gd name="connsiteX2" fmla="*/ 65420 w 299132"/>
                <a:gd name="connsiteY2" fmla="*/ 4573 h 303435"/>
                <a:gd name="connsiteX3" fmla="*/ 35680 w 299132"/>
                <a:gd name="connsiteY3" fmla="*/ 303436 h 303435"/>
                <a:gd name="connsiteX4" fmla="*/ 286073 w 299132"/>
                <a:gd name="connsiteY4" fmla="*/ 81503 h 30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32" h="303435">
                  <a:moveTo>
                    <a:pt x="286073" y="81503"/>
                  </a:moveTo>
                  <a:cubicBezTo>
                    <a:pt x="290451" y="81503"/>
                    <a:pt x="294805" y="81617"/>
                    <a:pt x="299133" y="81845"/>
                  </a:cubicBezTo>
                  <a:cubicBezTo>
                    <a:pt x="239948" y="17226"/>
                    <a:pt x="151459" y="-12031"/>
                    <a:pt x="65420" y="4573"/>
                  </a:cubicBezTo>
                  <a:cubicBezTo>
                    <a:pt x="-9157" y="86806"/>
                    <a:pt x="-21228" y="208119"/>
                    <a:pt x="35680" y="303436"/>
                  </a:cubicBezTo>
                  <a:cubicBezTo>
                    <a:pt x="50664" y="178441"/>
                    <a:pt x="157017" y="81503"/>
                    <a:pt x="286073" y="81503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3" name="Freihandform 16">
              <a:extLst>
                <a:ext uri="{FF2B5EF4-FFF2-40B4-BE49-F238E27FC236}">
                  <a16:creationId xmlns:a16="http://schemas.microsoft.com/office/drawing/2014/main" id="{A896D503-62C7-4B7F-87D3-1A65AFCF1C42}"/>
                </a:ext>
              </a:extLst>
            </p:cNvPr>
            <p:cNvSpPr/>
            <p:nvPr/>
          </p:nvSpPr>
          <p:spPr>
            <a:xfrm>
              <a:off x="4471313" y="904293"/>
              <a:ext cx="335343" cy="246759"/>
            </a:xfrm>
            <a:custGeom>
              <a:avLst/>
              <a:gdLst>
                <a:gd name="connsiteX0" fmla="*/ 17942 w 335343"/>
                <a:gd name="connsiteY0" fmla="*/ 11478 h 246759"/>
                <a:gd name="connsiteX1" fmla="*/ 11691 w 335343"/>
                <a:gd name="connsiteY1" fmla="*/ 0 h 246759"/>
                <a:gd name="connsiteX2" fmla="*/ 61640 w 335343"/>
                <a:gd name="connsiteY2" fmla="*/ 241029 h 246759"/>
                <a:gd name="connsiteX3" fmla="*/ 335343 w 335343"/>
                <a:gd name="connsiteY3" fmla="*/ 117389 h 246759"/>
                <a:gd name="connsiteX4" fmla="*/ 17930 w 335343"/>
                <a:gd name="connsiteY4" fmla="*/ 11478 h 2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43" h="246759">
                  <a:moveTo>
                    <a:pt x="17942" y="11478"/>
                  </a:moveTo>
                  <a:cubicBezTo>
                    <a:pt x="15757" y="7682"/>
                    <a:pt x="13673" y="3856"/>
                    <a:pt x="11691" y="0"/>
                  </a:cubicBezTo>
                  <a:cubicBezTo>
                    <a:pt x="-14679" y="83564"/>
                    <a:pt x="4233" y="174826"/>
                    <a:pt x="61640" y="241029"/>
                  </a:cubicBezTo>
                  <a:cubicBezTo>
                    <a:pt x="170139" y="264518"/>
                    <a:pt x="281245" y="214329"/>
                    <a:pt x="335343" y="117389"/>
                  </a:cubicBezTo>
                  <a:cubicBezTo>
                    <a:pt x="219562" y="166883"/>
                    <a:pt x="82458" y="123235"/>
                    <a:pt x="17930" y="11478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4" name="Freihandform 17">
              <a:extLst>
                <a:ext uri="{FF2B5EF4-FFF2-40B4-BE49-F238E27FC236}">
                  <a16:creationId xmlns:a16="http://schemas.microsoft.com/office/drawing/2014/main" id="{6789483B-52E6-4AEC-932E-B360B9C242D4}"/>
                </a:ext>
              </a:extLst>
            </p:cNvPr>
            <p:cNvSpPr/>
            <p:nvPr/>
          </p:nvSpPr>
          <p:spPr>
            <a:xfrm>
              <a:off x="4717235" y="887662"/>
              <a:ext cx="243925" cy="339006"/>
            </a:xfrm>
            <a:custGeom>
              <a:avLst/>
              <a:gdLst>
                <a:gd name="connsiteX0" fmla="*/ 66970 w 243925"/>
                <a:gd name="connsiteY0" fmla="*/ 327870 h 339006"/>
                <a:gd name="connsiteX1" fmla="*/ 60162 w 243925"/>
                <a:gd name="connsiteY1" fmla="*/ 339006 h 339006"/>
                <a:gd name="connsiteX2" fmla="*/ 243926 w 243925"/>
                <a:gd name="connsiteY2" fmla="*/ 175237 h 339006"/>
                <a:gd name="connsiteX3" fmla="*/ 0 w 243925"/>
                <a:gd name="connsiteY3" fmla="*/ 27 h 339006"/>
                <a:gd name="connsiteX4" fmla="*/ 66970 w 243925"/>
                <a:gd name="connsiteY4" fmla="*/ 327870 h 33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25" h="339006">
                  <a:moveTo>
                    <a:pt x="66970" y="327870"/>
                  </a:moveTo>
                  <a:cubicBezTo>
                    <a:pt x="64785" y="331666"/>
                    <a:pt x="62516" y="335378"/>
                    <a:pt x="60162" y="339006"/>
                  </a:cubicBezTo>
                  <a:cubicBezTo>
                    <a:pt x="145721" y="320074"/>
                    <a:pt x="215306" y="258060"/>
                    <a:pt x="243926" y="175237"/>
                  </a:cubicBezTo>
                  <a:cubicBezTo>
                    <a:pt x="210013" y="69533"/>
                    <a:pt x="110999" y="-1589"/>
                    <a:pt x="0" y="27"/>
                  </a:cubicBezTo>
                  <a:cubicBezTo>
                    <a:pt x="100810" y="75527"/>
                    <a:pt x="131498" y="216100"/>
                    <a:pt x="66970" y="327870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700D0E6A-84FA-4D0F-A3BA-B8C1C6C1D4F8}"/>
              </a:ext>
            </a:extLst>
          </p:cNvPr>
          <p:cNvSpPr/>
          <p:nvPr userDrawn="1"/>
        </p:nvSpPr>
        <p:spPr>
          <a:xfrm>
            <a:off x="884" y="953928"/>
            <a:ext cx="12191116" cy="152122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>
                <a:solidFill>
                  <a:schemeClr val="tx2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Vielen Dank für Ihre Aufmerksamkeit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FEFD57F-31E8-4182-A628-5B110510D5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725876"/>
            <a:ext cx="4557252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Speaker</a:t>
            </a:r>
          </a:p>
        </p:txBody>
      </p: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3E6C44CB-26D6-4EE0-8C02-F459AF1962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2015" y="5288916"/>
            <a:ext cx="4557252" cy="387173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Job Position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9D33C97F-C679-44BD-9BA1-DA25D943BD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5906933"/>
            <a:ext cx="4165846" cy="193587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Mailadresse</a:t>
            </a:r>
          </a:p>
        </p:txBody>
      </p:sp>
      <p:sp>
        <p:nvSpPr>
          <p:cNvPr id="28" name="Textplatzhalter 12">
            <a:extLst>
              <a:ext uri="{FF2B5EF4-FFF2-40B4-BE49-F238E27FC236}">
                <a16:creationId xmlns:a16="http://schemas.microsoft.com/office/drawing/2014/main" id="{F7EAC1DC-B15C-47F2-9B2D-A7439A388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6319314"/>
            <a:ext cx="4165846" cy="193587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Telefonnummer</a:t>
            </a:r>
          </a:p>
        </p:txBody>
      </p:sp>
      <p:pic>
        <p:nvPicPr>
          <p:cNvPr id="29" name="Grafik 28" descr="Umschlag">
            <a:extLst>
              <a:ext uri="{FF2B5EF4-FFF2-40B4-BE49-F238E27FC236}">
                <a16:creationId xmlns:a16="http://schemas.microsoft.com/office/drawing/2014/main" id="{B3989E80-179E-4FBE-9DFD-B7A252053A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237" y="5859727"/>
            <a:ext cx="288000" cy="288000"/>
          </a:xfrm>
          <a:prstGeom prst="rect">
            <a:avLst/>
          </a:prstGeom>
        </p:spPr>
      </p:pic>
      <p:pic>
        <p:nvPicPr>
          <p:cNvPr id="30" name="Grafik 29" descr="Empfänger">
            <a:extLst>
              <a:ext uri="{FF2B5EF4-FFF2-40B4-BE49-F238E27FC236}">
                <a16:creationId xmlns:a16="http://schemas.microsoft.com/office/drawing/2014/main" id="{89BFB766-0EB5-4706-97E6-3A05B746E9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18108" y="6296799"/>
            <a:ext cx="238615" cy="23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08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6D131A-A681-FD4E-B0C4-3A3A5278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94" y="546182"/>
            <a:ext cx="9833040" cy="57738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832BA3-D13D-CE45-B335-4178DD9AE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1845164"/>
            <a:ext cx="6627585" cy="4318784"/>
          </a:xfrm>
        </p:spPr>
        <p:txBody>
          <a:bodyPr/>
          <a:lstStyle>
            <a:lvl1pPr marL="304793" indent="-304793">
              <a:buFont typeface="Wingdings" pitchFamily="2" charset="2"/>
              <a:buChar char="§"/>
              <a:defRPr/>
            </a:lvl1pPr>
            <a:lvl2pPr>
              <a:defRPr/>
            </a:lvl2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C7C3E3E-5E78-2847-84B1-B0FA999CE4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203" y="250794"/>
            <a:ext cx="4489449" cy="292010"/>
          </a:xfrm>
        </p:spPr>
        <p:txBody>
          <a:bodyPr lIns="90000"/>
          <a:lstStyle>
            <a:lvl1pPr marL="0" indent="0">
              <a:buFontTx/>
              <a:buNone/>
              <a:defRPr sz="1400" cap="all" spc="133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SECTION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ACCE9A-94D4-4B77-842E-B14C405A51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100">
                <a:solidFill>
                  <a:srgbClr val="898989"/>
                </a:solidFill>
              </a:defRPr>
            </a:lvl1pPr>
          </a:lstStyle>
          <a:p>
            <a:fld id="{8E446CA3-2FA1-C044-BC14-3FF1B4962C9D}" type="datetime1">
              <a:rPr lang="de-DE" smtClean="0"/>
              <a:pPr/>
              <a:t>01.08.2025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4E60E0-A94C-4FFD-92F3-6B4E7F1DCC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100">
                <a:solidFill>
                  <a:srgbClr val="898989"/>
                </a:solidFill>
              </a:defRPr>
            </a:lvl1pPr>
          </a:lstStyle>
          <a:p>
            <a:fld id="{8001CAF3-F0AF-904A-ADCC-E8D4C3F641FC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21F05BD-A205-4540-BEA4-264881FA46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451157" y="484917"/>
            <a:ext cx="1337644" cy="403526"/>
            <a:chOff x="4471313" y="728699"/>
            <a:chExt cx="1650200" cy="497969"/>
          </a:xfrm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3BA54F69-7D7B-7847-BE8F-C9B53BF7A215}"/>
                </a:ext>
              </a:extLst>
            </p:cNvPr>
            <p:cNvSpPr/>
            <p:nvPr/>
          </p:nvSpPr>
          <p:spPr>
            <a:xfrm>
              <a:off x="5472184" y="882475"/>
              <a:ext cx="478765" cy="270932"/>
            </a:xfrm>
            <a:custGeom>
              <a:avLst/>
              <a:gdLst>
                <a:gd name="connsiteX0" fmla="*/ 93141 w 478765"/>
                <a:gd name="connsiteY0" fmla="*/ 37484 h 270932"/>
                <a:gd name="connsiteX1" fmla="*/ 183435 w 478765"/>
                <a:gd name="connsiteY1" fmla="*/ 0 h 270932"/>
                <a:gd name="connsiteX2" fmla="*/ 258403 w 478765"/>
                <a:gd name="connsiteY2" fmla="*/ 42584 h 270932"/>
                <a:gd name="connsiteX3" fmla="*/ 349848 w 478765"/>
                <a:gd name="connsiteY3" fmla="*/ 0 h 270932"/>
                <a:gd name="connsiteX4" fmla="*/ 429917 w 478765"/>
                <a:gd name="connsiteY4" fmla="*/ 82347 h 270932"/>
                <a:gd name="connsiteX5" fmla="*/ 429917 w 478765"/>
                <a:gd name="connsiteY5" fmla="*/ 212403 h 270932"/>
                <a:gd name="connsiteX6" fmla="*/ 478765 w 478765"/>
                <a:gd name="connsiteY6" fmla="*/ 252722 h 270932"/>
                <a:gd name="connsiteX7" fmla="*/ 478765 w 478765"/>
                <a:gd name="connsiteY7" fmla="*/ 270895 h 270932"/>
                <a:gd name="connsiteX8" fmla="*/ 406631 w 478765"/>
                <a:gd name="connsiteY8" fmla="*/ 269756 h 270932"/>
                <a:gd name="connsiteX9" fmla="*/ 337345 w 478765"/>
                <a:gd name="connsiteY9" fmla="*/ 270895 h 270932"/>
                <a:gd name="connsiteX10" fmla="*/ 337345 w 478765"/>
                <a:gd name="connsiteY10" fmla="*/ 252722 h 270932"/>
                <a:gd name="connsiteX11" fmla="*/ 383346 w 478765"/>
                <a:gd name="connsiteY11" fmla="*/ 212403 h 270932"/>
                <a:gd name="connsiteX12" fmla="*/ 383346 w 478765"/>
                <a:gd name="connsiteY12" fmla="*/ 94268 h 270932"/>
                <a:gd name="connsiteX13" fmla="*/ 331106 w 478765"/>
                <a:gd name="connsiteY13" fmla="*/ 24981 h 270932"/>
                <a:gd name="connsiteX14" fmla="*/ 262946 w 478765"/>
                <a:gd name="connsiteY14" fmla="*/ 103924 h 270932"/>
                <a:gd name="connsiteX15" fmla="*/ 262946 w 478765"/>
                <a:gd name="connsiteY15" fmla="*/ 212403 h 270932"/>
                <a:gd name="connsiteX16" fmla="*/ 307821 w 478765"/>
                <a:gd name="connsiteY16" fmla="*/ 252722 h 270932"/>
                <a:gd name="connsiteX17" fmla="*/ 307821 w 478765"/>
                <a:gd name="connsiteY17" fmla="*/ 270895 h 270932"/>
                <a:gd name="connsiteX18" fmla="*/ 239661 w 478765"/>
                <a:gd name="connsiteY18" fmla="*/ 269756 h 270932"/>
                <a:gd name="connsiteX19" fmla="*/ 170944 w 478765"/>
                <a:gd name="connsiteY19" fmla="*/ 270895 h 270932"/>
                <a:gd name="connsiteX20" fmla="*/ 170944 w 478765"/>
                <a:gd name="connsiteY20" fmla="*/ 252722 h 270932"/>
                <a:gd name="connsiteX21" fmla="*/ 216376 w 478765"/>
                <a:gd name="connsiteY21" fmla="*/ 212403 h 270932"/>
                <a:gd name="connsiteX22" fmla="*/ 216376 w 478765"/>
                <a:gd name="connsiteY22" fmla="*/ 100519 h 270932"/>
                <a:gd name="connsiteX23" fmla="*/ 163554 w 478765"/>
                <a:gd name="connsiteY23" fmla="*/ 24412 h 270932"/>
                <a:gd name="connsiteX24" fmla="*/ 95976 w 478765"/>
                <a:gd name="connsiteY24" fmla="*/ 107935 h 270932"/>
                <a:gd name="connsiteX25" fmla="*/ 95976 w 478765"/>
                <a:gd name="connsiteY25" fmla="*/ 212441 h 270932"/>
                <a:gd name="connsiteX26" fmla="*/ 141977 w 478765"/>
                <a:gd name="connsiteY26" fmla="*/ 252760 h 270932"/>
                <a:gd name="connsiteX27" fmla="*/ 141977 w 478765"/>
                <a:gd name="connsiteY27" fmla="*/ 270933 h 270932"/>
                <a:gd name="connsiteX28" fmla="*/ 72691 w 478765"/>
                <a:gd name="connsiteY28" fmla="*/ 269794 h 270932"/>
                <a:gd name="connsiteX29" fmla="*/ 0 w 478765"/>
                <a:gd name="connsiteY29" fmla="*/ 270933 h 270932"/>
                <a:gd name="connsiteX30" fmla="*/ 0 w 478765"/>
                <a:gd name="connsiteY30" fmla="*/ 252722 h 270932"/>
                <a:gd name="connsiteX31" fmla="*/ 49355 w 478765"/>
                <a:gd name="connsiteY31" fmla="*/ 212403 h 270932"/>
                <a:gd name="connsiteX32" fmla="*/ 49355 w 478765"/>
                <a:gd name="connsiteY32" fmla="*/ 62466 h 270932"/>
                <a:gd name="connsiteX33" fmla="*/ 0 w 478765"/>
                <a:gd name="connsiteY33" fmla="*/ 22146 h 270932"/>
                <a:gd name="connsiteX34" fmla="*/ 0 w 478765"/>
                <a:gd name="connsiteY34" fmla="*/ 5682 h 270932"/>
                <a:gd name="connsiteX35" fmla="*/ 93141 w 478765"/>
                <a:gd name="connsiteY35" fmla="*/ 5682 h 270932"/>
                <a:gd name="connsiteX36" fmla="*/ 93141 w 478765"/>
                <a:gd name="connsiteY36" fmla="*/ 37497 h 27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78765" h="270932">
                  <a:moveTo>
                    <a:pt x="93141" y="37484"/>
                  </a:moveTo>
                  <a:cubicBezTo>
                    <a:pt x="119830" y="10213"/>
                    <a:pt x="146520" y="0"/>
                    <a:pt x="183435" y="0"/>
                  </a:cubicBezTo>
                  <a:cubicBezTo>
                    <a:pt x="212402" y="0"/>
                    <a:pt x="238535" y="4543"/>
                    <a:pt x="258403" y="42584"/>
                  </a:cubicBezTo>
                  <a:cubicBezTo>
                    <a:pt x="281119" y="13060"/>
                    <a:pt x="312934" y="0"/>
                    <a:pt x="349848" y="0"/>
                  </a:cubicBezTo>
                  <a:cubicBezTo>
                    <a:pt x="410048" y="0"/>
                    <a:pt x="429917" y="25551"/>
                    <a:pt x="429917" y="82347"/>
                  </a:cubicBezTo>
                  <a:lnTo>
                    <a:pt x="429917" y="212403"/>
                  </a:lnTo>
                  <a:cubicBezTo>
                    <a:pt x="429917" y="244775"/>
                    <a:pt x="431625" y="252722"/>
                    <a:pt x="478765" y="252722"/>
                  </a:cubicBezTo>
                  <a:lnTo>
                    <a:pt x="478765" y="270895"/>
                  </a:lnTo>
                  <a:cubicBezTo>
                    <a:pt x="455986" y="270338"/>
                    <a:pt x="431625" y="270338"/>
                    <a:pt x="406631" y="269756"/>
                  </a:cubicBezTo>
                  <a:cubicBezTo>
                    <a:pt x="381650" y="270338"/>
                    <a:pt x="357277" y="270338"/>
                    <a:pt x="337345" y="270895"/>
                  </a:cubicBezTo>
                  <a:lnTo>
                    <a:pt x="337345" y="252722"/>
                  </a:lnTo>
                  <a:cubicBezTo>
                    <a:pt x="378246" y="252153"/>
                    <a:pt x="383916" y="244205"/>
                    <a:pt x="383346" y="212403"/>
                  </a:cubicBezTo>
                  <a:lnTo>
                    <a:pt x="383346" y="94268"/>
                  </a:lnTo>
                  <a:cubicBezTo>
                    <a:pt x="383346" y="56214"/>
                    <a:pt x="376538" y="24981"/>
                    <a:pt x="331106" y="24981"/>
                  </a:cubicBezTo>
                  <a:cubicBezTo>
                    <a:pt x="277145" y="24981"/>
                    <a:pt x="262946" y="55088"/>
                    <a:pt x="262946" y="103924"/>
                  </a:cubicBezTo>
                  <a:lnTo>
                    <a:pt x="262946" y="212403"/>
                  </a:lnTo>
                  <a:cubicBezTo>
                    <a:pt x="262946" y="243066"/>
                    <a:pt x="265224" y="252722"/>
                    <a:pt x="307821" y="252722"/>
                  </a:cubicBezTo>
                  <a:lnTo>
                    <a:pt x="307821" y="270895"/>
                  </a:lnTo>
                  <a:cubicBezTo>
                    <a:pt x="289079" y="270338"/>
                    <a:pt x="264655" y="270338"/>
                    <a:pt x="239661" y="269756"/>
                  </a:cubicBezTo>
                  <a:cubicBezTo>
                    <a:pt x="214680" y="270338"/>
                    <a:pt x="190306" y="270338"/>
                    <a:pt x="170944" y="270895"/>
                  </a:cubicBezTo>
                  <a:lnTo>
                    <a:pt x="170944" y="252722"/>
                  </a:lnTo>
                  <a:cubicBezTo>
                    <a:pt x="213541" y="252153"/>
                    <a:pt x="216945" y="242497"/>
                    <a:pt x="216376" y="212403"/>
                  </a:cubicBezTo>
                  <a:lnTo>
                    <a:pt x="216376" y="100519"/>
                  </a:lnTo>
                  <a:cubicBezTo>
                    <a:pt x="216376" y="59631"/>
                    <a:pt x="214680" y="22716"/>
                    <a:pt x="163554" y="24412"/>
                  </a:cubicBezTo>
                  <a:cubicBezTo>
                    <a:pt x="105062" y="26690"/>
                    <a:pt x="95976" y="58492"/>
                    <a:pt x="95976" y="107935"/>
                  </a:cubicBezTo>
                  <a:lnTo>
                    <a:pt x="95976" y="212441"/>
                  </a:lnTo>
                  <a:cubicBezTo>
                    <a:pt x="95976" y="243104"/>
                    <a:pt x="97684" y="252760"/>
                    <a:pt x="141977" y="252760"/>
                  </a:cubicBezTo>
                  <a:lnTo>
                    <a:pt x="141977" y="270933"/>
                  </a:lnTo>
                  <a:cubicBezTo>
                    <a:pt x="122108" y="270376"/>
                    <a:pt x="97684" y="270376"/>
                    <a:pt x="72691" y="269794"/>
                  </a:cubicBezTo>
                  <a:cubicBezTo>
                    <a:pt x="47709" y="270376"/>
                    <a:pt x="23336" y="270376"/>
                    <a:pt x="0" y="270933"/>
                  </a:cubicBezTo>
                  <a:lnTo>
                    <a:pt x="0" y="252722"/>
                  </a:lnTo>
                  <a:cubicBezTo>
                    <a:pt x="45432" y="252722"/>
                    <a:pt x="49975" y="243636"/>
                    <a:pt x="49355" y="212403"/>
                  </a:cubicBezTo>
                  <a:lnTo>
                    <a:pt x="49355" y="62466"/>
                  </a:lnTo>
                  <a:cubicBezTo>
                    <a:pt x="49355" y="26690"/>
                    <a:pt x="45381" y="23855"/>
                    <a:pt x="0" y="22146"/>
                  </a:cubicBezTo>
                  <a:lnTo>
                    <a:pt x="0" y="5682"/>
                  </a:lnTo>
                  <a:lnTo>
                    <a:pt x="93141" y="5682"/>
                  </a:lnTo>
                  <a:lnTo>
                    <a:pt x="93141" y="37497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83392495-1640-0A49-A596-6B4EB4768BD9}"/>
                </a:ext>
              </a:extLst>
            </p:cNvPr>
            <p:cNvSpPr/>
            <p:nvPr/>
          </p:nvSpPr>
          <p:spPr>
            <a:xfrm>
              <a:off x="5032902" y="882412"/>
              <a:ext cx="228309" cy="275501"/>
            </a:xfrm>
            <a:custGeom>
              <a:avLst/>
              <a:gdLst>
                <a:gd name="connsiteX0" fmla="*/ 228309 w 228309"/>
                <a:gd name="connsiteY0" fmla="*/ 186903 h 275501"/>
                <a:gd name="connsiteX1" fmla="*/ 228309 w 228309"/>
                <a:gd name="connsiteY1" fmla="*/ 253355 h 275501"/>
                <a:gd name="connsiteX2" fmla="*/ 123804 w 228309"/>
                <a:gd name="connsiteY2" fmla="*/ 275501 h 275501"/>
                <a:gd name="connsiteX3" fmla="*/ 0 w 228309"/>
                <a:gd name="connsiteY3" fmla="*/ 136295 h 275501"/>
                <a:gd name="connsiteX4" fmla="*/ 126652 w 228309"/>
                <a:gd name="connsiteY4" fmla="*/ 0 h 275501"/>
                <a:gd name="connsiteX5" fmla="*/ 228309 w 228309"/>
                <a:gd name="connsiteY5" fmla="*/ 26120 h 275501"/>
                <a:gd name="connsiteX6" fmla="*/ 228309 w 228309"/>
                <a:gd name="connsiteY6" fmla="*/ 86320 h 275501"/>
                <a:gd name="connsiteX7" fmla="*/ 198773 w 228309"/>
                <a:gd name="connsiteY7" fmla="*/ 86320 h 275501"/>
                <a:gd name="connsiteX8" fmla="*/ 134029 w 228309"/>
                <a:gd name="connsiteY8" fmla="*/ 18173 h 275501"/>
                <a:gd name="connsiteX9" fmla="*/ 50506 w 228309"/>
                <a:gd name="connsiteY9" fmla="*/ 136295 h 275501"/>
                <a:gd name="connsiteX10" fmla="*/ 134561 w 228309"/>
                <a:gd name="connsiteY10" fmla="*/ 257265 h 275501"/>
                <a:gd name="connsiteX11" fmla="*/ 199874 w 228309"/>
                <a:gd name="connsiteY11" fmla="*/ 186840 h 27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09" h="275501">
                  <a:moveTo>
                    <a:pt x="228309" y="186903"/>
                  </a:moveTo>
                  <a:lnTo>
                    <a:pt x="228309" y="253355"/>
                  </a:lnTo>
                  <a:cubicBezTo>
                    <a:pt x="193660" y="270958"/>
                    <a:pt x="162427" y="275501"/>
                    <a:pt x="123804" y="275501"/>
                  </a:cubicBezTo>
                  <a:cubicBezTo>
                    <a:pt x="26120" y="275501"/>
                    <a:pt x="0" y="228361"/>
                    <a:pt x="0" y="136295"/>
                  </a:cubicBezTo>
                  <a:cubicBezTo>
                    <a:pt x="0" y="46571"/>
                    <a:pt x="32372" y="0"/>
                    <a:pt x="126652" y="0"/>
                  </a:cubicBezTo>
                  <a:cubicBezTo>
                    <a:pt x="154493" y="0"/>
                    <a:pt x="207289" y="5062"/>
                    <a:pt x="228309" y="26120"/>
                  </a:cubicBezTo>
                  <a:lnTo>
                    <a:pt x="228309" y="86320"/>
                  </a:lnTo>
                  <a:lnTo>
                    <a:pt x="198773" y="86320"/>
                  </a:lnTo>
                  <a:cubicBezTo>
                    <a:pt x="194799" y="59061"/>
                    <a:pt x="202177" y="18173"/>
                    <a:pt x="134029" y="18173"/>
                  </a:cubicBezTo>
                  <a:cubicBezTo>
                    <a:pt x="57922" y="18173"/>
                    <a:pt x="50506" y="73855"/>
                    <a:pt x="50506" y="136295"/>
                  </a:cubicBezTo>
                  <a:cubicBezTo>
                    <a:pt x="50506" y="198736"/>
                    <a:pt x="57327" y="257265"/>
                    <a:pt x="134561" y="257265"/>
                  </a:cubicBezTo>
                  <a:cubicBezTo>
                    <a:pt x="197596" y="257265"/>
                    <a:pt x="194191" y="229424"/>
                    <a:pt x="199874" y="186840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D0D5914F-52C6-7549-90A0-1F4CD4750FBA}"/>
                </a:ext>
              </a:extLst>
            </p:cNvPr>
            <p:cNvSpPr/>
            <p:nvPr/>
          </p:nvSpPr>
          <p:spPr>
            <a:xfrm>
              <a:off x="5301417" y="751850"/>
              <a:ext cx="147658" cy="401520"/>
            </a:xfrm>
            <a:custGeom>
              <a:avLst/>
              <a:gdLst>
                <a:gd name="connsiteX0" fmla="*/ 97115 w 147658"/>
                <a:gd name="connsiteY0" fmla="*/ 343598 h 401520"/>
                <a:gd name="connsiteX1" fmla="*/ 147659 w 147658"/>
                <a:gd name="connsiteY1" fmla="*/ 383348 h 401520"/>
                <a:gd name="connsiteX2" fmla="*/ 147659 w 147658"/>
                <a:gd name="connsiteY2" fmla="*/ 401521 h 401520"/>
                <a:gd name="connsiteX3" fmla="*/ 73829 w 147658"/>
                <a:gd name="connsiteY3" fmla="*/ 400382 h 401520"/>
                <a:gd name="connsiteX4" fmla="*/ 0 w 147658"/>
                <a:gd name="connsiteY4" fmla="*/ 401521 h 401520"/>
                <a:gd name="connsiteX5" fmla="*/ 0 w 147658"/>
                <a:gd name="connsiteY5" fmla="*/ 383348 h 401520"/>
                <a:gd name="connsiteX6" fmla="*/ 50544 w 147658"/>
                <a:gd name="connsiteY6" fmla="*/ 343598 h 401520"/>
                <a:gd name="connsiteX7" fmla="*/ 50544 w 147658"/>
                <a:gd name="connsiteY7" fmla="*/ 194268 h 401520"/>
                <a:gd name="connsiteX8" fmla="*/ 0 w 147658"/>
                <a:gd name="connsiteY8" fmla="*/ 153949 h 401520"/>
                <a:gd name="connsiteX9" fmla="*/ 0 w 147658"/>
                <a:gd name="connsiteY9" fmla="*/ 136308 h 401520"/>
                <a:gd name="connsiteX10" fmla="*/ 97115 w 147658"/>
                <a:gd name="connsiteY10" fmla="*/ 136308 h 401520"/>
                <a:gd name="connsiteX11" fmla="*/ 97115 w 147658"/>
                <a:gd name="connsiteY11" fmla="*/ 343598 h 401520"/>
                <a:gd name="connsiteX12" fmla="*/ 39749 w 147658"/>
                <a:gd name="connsiteY12" fmla="*/ 37484 h 401520"/>
                <a:gd name="connsiteX13" fmla="*/ 71552 w 147658"/>
                <a:gd name="connsiteY13" fmla="*/ 0 h 401520"/>
                <a:gd name="connsiteX14" fmla="*/ 103366 w 147658"/>
                <a:gd name="connsiteY14" fmla="*/ 37484 h 401520"/>
                <a:gd name="connsiteX15" fmla="*/ 71552 w 147658"/>
                <a:gd name="connsiteY15" fmla="*/ 74956 h 401520"/>
                <a:gd name="connsiteX16" fmla="*/ 39749 w 147658"/>
                <a:gd name="connsiteY16" fmla="*/ 37484 h 4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7658" h="401520">
                  <a:moveTo>
                    <a:pt x="97115" y="343598"/>
                  </a:moveTo>
                  <a:cubicBezTo>
                    <a:pt x="97115" y="375970"/>
                    <a:pt x="99393" y="383348"/>
                    <a:pt x="147659" y="383348"/>
                  </a:cubicBezTo>
                  <a:lnTo>
                    <a:pt x="147659" y="401521"/>
                  </a:lnTo>
                  <a:cubicBezTo>
                    <a:pt x="123247" y="400964"/>
                    <a:pt x="98823" y="400382"/>
                    <a:pt x="73829" y="400382"/>
                  </a:cubicBezTo>
                  <a:cubicBezTo>
                    <a:pt x="48836" y="400382"/>
                    <a:pt x="24475" y="400964"/>
                    <a:pt x="0" y="401521"/>
                  </a:cubicBezTo>
                  <a:lnTo>
                    <a:pt x="0" y="383348"/>
                  </a:lnTo>
                  <a:cubicBezTo>
                    <a:pt x="48279" y="383348"/>
                    <a:pt x="50544" y="375970"/>
                    <a:pt x="50544" y="343598"/>
                  </a:cubicBezTo>
                  <a:lnTo>
                    <a:pt x="50544" y="194268"/>
                  </a:lnTo>
                  <a:cubicBezTo>
                    <a:pt x="50544" y="157353"/>
                    <a:pt x="45482" y="157353"/>
                    <a:pt x="0" y="153949"/>
                  </a:cubicBezTo>
                  <a:lnTo>
                    <a:pt x="0" y="136308"/>
                  </a:lnTo>
                  <a:lnTo>
                    <a:pt x="97115" y="136308"/>
                  </a:lnTo>
                  <a:lnTo>
                    <a:pt x="97115" y="343598"/>
                  </a:lnTo>
                  <a:close/>
                  <a:moveTo>
                    <a:pt x="39749" y="37484"/>
                  </a:moveTo>
                  <a:cubicBezTo>
                    <a:pt x="39749" y="16464"/>
                    <a:pt x="51683" y="0"/>
                    <a:pt x="71552" y="0"/>
                  </a:cubicBezTo>
                  <a:cubicBezTo>
                    <a:pt x="91420" y="0"/>
                    <a:pt x="103366" y="16452"/>
                    <a:pt x="103366" y="37484"/>
                  </a:cubicBezTo>
                  <a:cubicBezTo>
                    <a:pt x="103366" y="58517"/>
                    <a:pt x="91433" y="74956"/>
                    <a:pt x="71552" y="74956"/>
                  </a:cubicBezTo>
                  <a:cubicBezTo>
                    <a:pt x="51670" y="74956"/>
                    <a:pt x="39749" y="58504"/>
                    <a:pt x="39749" y="37484"/>
                  </a:cubicBez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E3929863-FBB8-E34A-B695-97A1930D432F}"/>
                </a:ext>
              </a:extLst>
            </p:cNvPr>
            <p:cNvSpPr/>
            <p:nvPr/>
          </p:nvSpPr>
          <p:spPr>
            <a:xfrm>
              <a:off x="5949405" y="791599"/>
              <a:ext cx="172108" cy="366301"/>
            </a:xfrm>
            <a:custGeom>
              <a:avLst/>
              <a:gdLst>
                <a:gd name="connsiteX0" fmla="*/ 90901 w 172108"/>
                <a:gd name="connsiteY0" fmla="*/ 118135 h 366301"/>
                <a:gd name="connsiteX1" fmla="*/ 90901 w 172108"/>
                <a:gd name="connsiteY1" fmla="*/ 281690 h 366301"/>
                <a:gd name="connsiteX2" fmla="*/ 128373 w 172108"/>
                <a:gd name="connsiteY2" fmla="*/ 344168 h 366301"/>
                <a:gd name="connsiteX3" fmla="*/ 155644 w 172108"/>
                <a:gd name="connsiteY3" fmla="*/ 338486 h 366301"/>
                <a:gd name="connsiteX4" fmla="*/ 165300 w 172108"/>
                <a:gd name="connsiteY4" fmla="*/ 333942 h 366301"/>
                <a:gd name="connsiteX5" fmla="*/ 172108 w 172108"/>
                <a:gd name="connsiteY5" fmla="*/ 349850 h 366301"/>
                <a:gd name="connsiteX6" fmla="*/ 105037 w 172108"/>
                <a:gd name="connsiteY6" fmla="*/ 366302 h 366301"/>
                <a:gd name="connsiteX7" fmla="*/ 44293 w 172108"/>
                <a:gd name="connsiteY7" fmla="*/ 278842 h 366301"/>
                <a:gd name="connsiteX8" fmla="*/ 44293 w 172108"/>
                <a:gd name="connsiteY8" fmla="*/ 118123 h 366301"/>
                <a:gd name="connsiteX9" fmla="*/ 0 w 172108"/>
                <a:gd name="connsiteY9" fmla="*/ 118123 h 366301"/>
                <a:gd name="connsiteX10" fmla="*/ 0 w 172108"/>
                <a:gd name="connsiteY10" fmla="*/ 96558 h 366301"/>
                <a:gd name="connsiteX11" fmla="*/ 44293 w 172108"/>
                <a:gd name="connsiteY11" fmla="*/ 96558 h 366301"/>
                <a:gd name="connsiteX12" fmla="*/ 44293 w 172108"/>
                <a:gd name="connsiteY12" fmla="*/ 19881 h 366301"/>
                <a:gd name="connsiteX13" fmla="*/ 90876 w 172108"/>
                <a:gd name="connsiteY13" fmla="*/ 0 h 366301"/>
                <a:gd name="connsiteX14" fmla="*/ 90876 w 172108"/>
                <a:gd name="connsiteY14" fmla="*/ 96558 h 366301"/>
                <a:gd name="connsiteX15" fmla="*/ 155049 w 172108"/>
                <a:gd name="connsiteY15" fmla="*/ 96558 h 366301"/>
                <a:gd name="connsiteX16" fmla="*/ 155049 w 172108"/>
                <a:gd name="connsiteY16" fmla="*/ 118148 h 36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2108" h="366301">
                  <a:moveTo>
                    <a:pt x="90901" y="118135"/>
                  </a:moveTo>
                  <a:lnTo>
                    <a:pt x="90901" y="281690"/>
                  </a:lnTo>
                  <a:cubicBezTo>
                    <a:pt x="90901" y="308961"/>
                    <a:pt x="92597" y="344168"/>
                    <a:pt x="128373" y="344168"/>
                  </a:cubicBezTo>
                  <a:cubicBezTo>
                    <a:pt x="138028" y="344168"/>
                    <a:pt x="146558" y="341903"/>
                    <a:pt x="155644" y="338486"/>
                  </a:cubicBezTo>
                  <a:lnTo>
                    <a:pt x="165300" y="333942"/>
                  </a:lnTo>
                  <a:lnTo>
                    <a:pt x="172108" y="349850"/>
                  </a:lnTo>
                  <a:cubicBezTo>
                    <a:pt x="155075" y="358367"/>
                    <a:pt x="126677" y="366302"/>
                    <a:pt x="105037" y="366302"/>
                  </a:cubicBezTo>
                  <a:cubicBezTo>
                    <a:pt x="46533" y="366302"/>
                    <a:pt x="44293" y="325413"/>
                    <a:pt x="44293" y="278842"/>
                  </a:cubicBezTo>
                  <a:lnTo>
                    <a:pt x="44293" y="118123"/>
                  </a:lnTo>
                  <a:lnTo>
                    <a:pt x="0" y="118123"/>
                  </a:lnTo>
                  <a:lnTo>
                    <a:pt x="0" y="96558"/>
                  </a:lnTo>
                  <a:lnTo>
                    <a:pt x="44293" y="96558"/>
                  </a:lnTo>
                  <a:lnTo>
                    <a:pt x="44293" y="19881"/>
                  </a:lnTo>
                  <a:lnTo>
                    <a:pt x="90876" y="0"/>
                  </a:lnTo>
                  <a:lnTo>
                    <a:pt x="90876" y="96558"/>
                  </a:lnTo>
                  <a:lnTo>
                    <a:pt x="155049" y="96558"/>
                  </a:lnTo>
                  <a:lnTo>
                    <a:pt x="155049" y="118148"/>
                  </a:lnTo>
                  <a:close/>
                </a:path>
              </a:pathLst>
            </a:custGeom>
            <a:solidFill>
              <a:srgbClr val="1D1D1B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52F60827-8FD0-C546-9B4A-D1D927678A71}"/>
                </a:ext>
              </a:extLst>
            </p:cNvPr>
            <p:cNvSpPr/>
            <p:nvPr/>
          </p:nvSpPr>
          <p:spPr>
            <a:xfrm>
              <a:off x="4610257" y="728699"/>
              <a:ext cx="299132" cy="303435"/>
            </a:xfrm>
            <a:custGeom>
              <a:avLst/>
              <a:gdLst>
                <a:gd name="connsiteX0" fmla="*/ 286073 w 299132"/>
                <a:gd name="connsiteY0" fmla="*/ 81503 h 303435"/>
                <a:gd name="connsiteX1" fmla="*/ 299133 w 299132"/>
                <a:gd name="connsiteY1" fmla="*/ 81845 h 303435"/>
                <a:gd name="connsiteX2" fmla="*/ 65420 w 299132"/>
                <a:gd name="connsiteY2" fmla="*/ 4573 h 303435"/>
                <a:gd name="connsiteX3" fmla="*/ 35680 w 299132"/>
                <a:gd name="connsiteY3" fmla="*/ 303436 h 303435"/>
                <a:gd name="connsiteX4" fmla="*/ 286073 w 299132"/>
                <a:gd name="connsiteY4" fmla="*/ 81503 h 30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132" h="303435">
                  <a:moveTo>
                    <a:pt x="286073" y="81503"/>
                  </a:moveTo>
                  <a:cubicBezTo>
                    <a:pt x="290451" y="81503"/>
                    <a:pt x="294805" y="81617"/>
                    <a:pt x="299133" y="81845"/>
                  </a:cubicBezTo>
                  <a:cubicBezTo>
                    <a:pt x="239948" y="17226"/>
                    <a:pt x="151459" y="-12031"/>
                    <a:pt x="65420" y="4573"/>
                  </a:cubicBezTo>
                  <a:cubicBezTo>
                    <a:pt x="-9157" y="86806"/>
                    <a:pt x="-21228" y="208119"/>
                    <a:pt x="35680" y="303436"/>
                  </a:cubicBezTo>
                  <a:cubicBezTo>
                    <a:pt x="50664" y="178441"/>
                    <a:pt x="157017" y="81503"/>
                    <a:pt x="286073" y="81503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7" name="Freihandform 16">
              <a:extLst>
                <a:ext uri="{FF2B5EF4-FFF2-40B4-BE49-F238E27FC236}">
                  <a16:creationId xmlns:a16="http://schemas.microsoft.com/office/drawing/2014/main" id="{9C9DB006-2BBC-5943-808E-9818D12E9CFC}"/>
                </a:ext>
              </a:extLst>
            </p:cNvPr>
            <p:cNvSpPr/>
            <p:nvPr/>
          </p:nvSpPr>
          <p:spPr>
            <a:xfrm>
              <a:off x="4471313" y="904293"/>
              <a:ext cx="335343" cy="246759"/>
            </a:xfrm>
            <a:custGeom>
              <a:avLst/>
              <a:gdLst>
                <a:gd name="connsiteX0" fmla="*/ 17942 w 335343"/>
                <a:gd name="connsiteY0" fmla="*/ 11478 h 246759"/>
                <a:gd name="connsiteX1" fmla="*/ 11691 w 335343"/>
                <a:gd name="connsiteY1" fmla="*/ 0 h 246759"/>
                <a:gd name="connsiteX2" fmla="*/ 61640 w 335343"/>
                <a:gd name="connsiteY2" fmla="*/ 241029 h 246759"/>
                <a:gd name="connsiteX3" fmla="*/ 335343 w 335343"/>
                <a:gd name="connsiteY3" fmla="*/ 117389 h 246759"/>
                <a:gd name="connsiteX4" fmla="*/ 17930 w 335343"/>
                <a:gd name="connsiteY4" fmla="*/ 11478 h 2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43" h="246759">
                  <a:moveTo>
                    <a:pt x="17942" y="11478"/>
                  </a:moveTo>
                  <a:cubicBezTo>
                    <a:pt x="15757" y="7682"/>
                    <a:pt x="13673" y="3856"/>
                    <a:pt x="11691" y="0"/>
                  </a:cubicBezTo>
                  <a:cubicBezTo>
                    <a:pt x="-14679" y="83564"/>
                    <a:pt x="4233" y="174826"/>
                    <a:pt x="61640" y="241029"/>
                  </a:cubicBezTo>
                  <a:cubicBezTo>
                    <a:pt x="170139" y="264518"/>
                    <a:pt x="281245" y="214329"/>
                    <a:pt x="335343" y="117389"/>
                  </a:cubicBezTo>
                  <a:cubicBezTo>
                    <a:pt x="219562" y="166883"/>
                    <a:pt x="82458" y="123235"/>
                    <a:pt x="17930" y="11478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8" name="Freihandform 17">
              <a:extLst>
                <a:ext uri="{FF2B5EF4-FFF2-40B4-BE49-F238E27FC236}">
                  <a16:creationId xmlns:a16="http://schemas.microsoft.com/office/drawing/2014/main" id="{7FCAC084-BEC1-114E-830C-EA9D2FFF5E68}"/>
                </a:ext>
              </a:extLst>
            </p:cNvPr>
            <p:cNvSpPr/>
            <p:nvPr/>
          </p:nvSpPr>
          <p:spPr>
            <a:xfrm>
              <a:off x="4717235" y="887662"/>
              <a:ext cx="243925" cy="339006"/>
            </a:xfrm>
            <a:custGeom>
              <a:avLst/>
              <a:gdLst>
                <a:gd name="connsiteX0" fmla="*/ 66970 w 243925"/>
                <a:gd name="connsiteY0" fmla="*/ 327870 h 339006"/>
                <a:gd name="connsiteX1" fmla="*/ 60162 w 243925"/>
                <a:gd name="connsiteY1" fmla="*/ 339006 h 339006"/>
                <a:gd name="connsiteX2" fmla="*/ 243926 w 243925"/>
                <a:gd name="connsiteY2" fmla="*/ 175237 h 339006"/>
                <a:gd name="connsiteX3" fmla="*/ 0 w 243925"/>
                <a:gd name="connsiteY3" fmla="*/ 27 h 339006"/>
                <a:gd name="connsiteX4" fmla="*/ 66970 w 243925"/>
                <a:gd name="connsiteY4" fmla="*/ 327870 h 33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25" h="339006">
                  <a:moveTo>
                    <a:pt x="66970" y="327870"/>
                  </a:moveTo>
                  <a:cubicBezTo>
                    <a:pt x="64785" y="331666"/>
                    <a:pt x="62516" y="335378"/>
                    <a:pt x="60162" y="339006"/>
                  </a:cubicBezTo>
                  <a:cubicBezTo>
                    <a:pt x="145721" y="320074"/>
                    <a:pt x="215306" y="258060"/>
                    <a:pt x="243926" y="175237"/>
                  </a:cubicBezTo>
                  <a:cubicBezTo>
                    <a:pt x="210013" y="69533"/>
                    <a:pt x="110999" y="-1589"/>
                    <a:pt x="0" y="27"/>
                  </a:cubicBezTo>
                  <a:cubicBezTo>
                    <a:pt x="100810" y="75527"/>
                    <a:pt x="131498" y="216100"/>
                    <a:pt x="66970" y="327870"/>
                  </a:cubicBezTo>
                  <a:close/>
                </a:path>
              </a:pathLst>
            </a:custGeom>
            <a:solidFill>
              <a:srgbClr val="EE6600"/>
            </a:solidFill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075123D8-B30E-DC4C-91A5-B17009000C5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95517" y="1183498"/>
            <a:ext cx="6678386" cy="577387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609584" indent="0">
              <a:buNone/>
              <a:defRPr sz="2667" b="1"/>
            </a:lvl2pPr>
            <a:lvl3pPr marL="1219169" indent="0">
              <a:buNone/>
              <a:defRPr sz="2401" b="1"/>
            </a:lvl3pPr>
            <a:lvl4pPr marL="1828752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8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6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0783422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2053D32-41FE-44E8-B2A7-41462971BEF7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448887" y="304800"/>
            <a:ext cx="11614525" cy="568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DC45B7-0189-4B24-9F26-9AB1BEB65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887" y="1441450"/>
            <a:ext cx="11614525" cy="491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Hauptebene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17C303-6154-4A31-B7D7-2AEF59394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49"/>
            <a:ext cx="34528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98F978-0DF7-4D69-8432-8C3F1BCF10CD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sp>
        <p:nvSpPr>
          <p:cNvPr id="48" name="Datumsplatzhalter 47">
            <a:extLst>
              <a:ext uri="{FF2B5EF4-FFF2-40B4-BE49-F238E27FC236}">
                <a16:creationId xmlns:a16="http://schemas.microsoft.com/office/drawing/2014/main" id="{338E9514-F695-4A07-BEDF-72A2EBCFC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255FE-165C-460F-8EB1-110F058DBF47}" type="datetime4">
              <a:rPr lang="de-DE" smtClean="0"/>
              <a:t>1. August 2025</a:t>
            </a:fld>
            <a:endParaRPr lang="de-DE"/>
          </a:p>
        </p:txBody>
      </p:sp>
      <p:sp>
        <p:nvSpPr>
          <p:cNvPr id="49" name="Fußzeilenplatzhalter 48">
            <a:extLst>
              <a:ext uri="{FF2B5EF4-FFF2-40B4-BE49-F238E27FC236}">
                <a16:creationId xmlns:a16="http://schemas.microsoft.com/office/drawing/2014/main" id="{5E502491-C724-433A-A2BB-197D4E0A6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694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4" r:id="rId2"/>
    <p:sldLayoutId id="2147483667" r:id="rId3"/>
    <p:sldLayoutId id="2147483663" r:id="rId4"/>
    <p:sldLayoutId id="2147483662" r:id="rId5"/>
    <p:sldLayoutId id="2147483650" r:id="rId6"/>
    <p:sldLayoutId id="2147483664" r:id="rId7"/>
    <p:sldLayoutId id="2147483665" r:id="rId8"/>
    <p:sldLayoutId id="2147483661" r:id="rId9"/>
    <p:sldLayoutId id="2147483660" r:id="rId10"/>
    <p:sldLayoutId id="2147483671" r:id="rId11"/>
    <p:sldLayoutId id="2147483708" r:id="rId12"/>
    <p:sldLayoutId id="2147483705" r:id="rId13"/>
    <p:sldLayoutId id="2147483707" r:id="rId14"/>
    <p:sldLayoutId id="2147483706" r:id="rId15"/>
    <p:sldLayoutId id="2147483672" r:id="rId16"/>
    <p:sldLayoutId id="2147483673" r:id="rId17"/>
    <p:sldLayoutId id="2147483719" r:id="rId18"/>
    <p:sldLayoutId id="2147483720" r:id="rId19"/>
    <p:sldLayoutId id="2147483718" r:id="rId20"/>
    <p:sldLayoutId id="2147483674" r:id="rId21"/>
    <p:sldLayoutId id="2147483710" r:id="rId22"/>
    <p:sldLayoutId id="2147483676" r:id="rId23"/>
    <p:sldLayoutId id="2147483675" r:id="rId24"/>
    <p:sldLayoutId id="2147483717" r:id="rId25"/>
    <p:sldLayoutId id="2147483677" r:id="rId26"/>
    <p:sldLayoutId id="2147483716" r:id="rId27"/>
    <p:sldLayoutId id="2147483678" r:id="rId28"/>
    <p:sldLayoutId id="2147483679" r:id="rId29"/>
    <p:sldLayoutId id="2147483680" r:id="rId30"/>
    <p:sldLayoutId id="2147483709" r:id="rId31"/>
    <p:sldLayoutId id="2147483711" r:id="rId32"/>
    <p:sldLayoutId id="2147483714" r:id="rId33"/>
    <p:sldLayoutId id="2147483715" r:id="rId34"/>
    <p:sldLayoutId id="2147483702" r:id="rId35"/>
    <p:sldLayoutId id="2147483703" r:id="rId36"/>
    <p:sldLayoutId id="2147483721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9CDA0F5-2A69-44B6-A39C-072B8D5D74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Amo </a:t>
            </a:r>
            <a:r>
              <a:rPr lang="de-DE" dirty="0" err="1"/>
              <a:t>Amorgos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74441A-EB56-48B1-97C0-3145587DC5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Flutter</a:t>
            </a:r>
            <a:r>
              <a:rPr lang="de-DE" dirty="0"/>
              <a:t>-basierte mobile App zur Erkundung der Insel </a:t>
            </a:r>
            <a:r>
              <a:rPr lang="de-DE" dirty="0" err="1"/>
              <a:t>Amorgos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97C52D-E7C9-4FCA-930E-86FD7A4FE6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Katerina Fotiadou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E0C0AA-0821-4D7E-B4CE-79DC04F0CED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CFF1FF4-A79F-4466-BCB9-E19610B6CF72}" type="datetime4">
              <a:rPr lang="de-DE" smtClean="0"/>
              <a:t>1. August 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74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5C3FF68-C454-457E-9897-4D032F0FD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fld id="{66034C76-83F0-4A79-9E33-5EF555943383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C0BC0A-A499-4961-AD3A-CD4080566B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Ziel der App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1F4500-3305-4D34-AD9B-50FB76E7B7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err="1"/>
              <a:t>Technologiestack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9654240-D425-49DF-89F7-8E00F3C83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Flutter Architektur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8675F6A-77B2-42BD-B90A-90D3488D74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Datenmodell &amp; </a:t>
            </a:r>
            <a:r>
              <a:rPr lang="de-DE" dirty="0" err="1"/>
              <a:t>Firestore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AB45343-8BD7-403E-B3E9-1029BAF9CE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Features &amp; UI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E1B4A45-FC29-448F-A3BA-84C4E76EBD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Challenges &amp; </a:t>
            </a:r>
            <a:r>
              <a:rPr lang="de-DE" dirty="0" err="1"/>
              <a:t>Learnings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E17E227-42A5-AC85-91A1-88CE744D52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Business Value &amp; Monetarisierung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E3F0DB64-4312-4C4D-BFD9-DD0BB2A6B70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DB231D-9A6D-46DB-9D52-5F0E14D279E8}" type="datetime4">
              <a:rPr lang="de-DE" smtClean="0"/>
              <a:t>1. August 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C1EF17F-F789-4D96-A81C-4F21BA450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849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942D788-E0C2-B898-54B4-D9CC2EAA12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GB" dirty="0" err="1"/>
              <a:t>Warum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App f</a:t>
            </a:r>
            <a:r>
              <a:rPr lang="de-DE" dirty="0" err="1"/>
              <a:t>ür</a:t>
            </a:r>
            <a:r>
              <a:rPr lang="de-DE" dirty="0"/>
              <a:t> </a:t>
            </a:r>
            <a:r>
              <a:rPr lang="de-DE" dirty="0" err="1"/>
              <a:t>Amorgos</a:t>
            </a:r>
            <a:r>
              <a:rPr lang="de-DE" dirty="0"/>
              <a:t>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97C094-6287-B74D-9DA6-D54DAAEBE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01 Ziel der App</a:t>
            </a:r>
          </a:p>
        </p:txBody>
      </p:sp>
    </p:spTree>
    <p:extLst>
      <p:ext uri="{BB962C8B-B14F-4D97-AF65-F5344CB8AC3E}">
        <p14:creationId xmlns:p14="http://schemas.microsoft.com/office/powerpoint/2010/main" val="27155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D0E27-8925-8A48-A9FA-F9B889F6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 der App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060489-7F56-AE4A-BEAC-D30C79D5E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2069126"/>
            <a:ext cx="6627585" cy="3454373"/>
          </a:xfrm>
        </p:spPr>
        <p:txBody>
          <a:bodyPr/>
          <a:lstStyle/>
          <a:p>
            <a:r>
              <a:rPr lang="de-DE" sz="1600" dirty="0"/>
              <a:t>Technologisch unterversorgt </a:t>
            </a:r>
          </a:p>
          <a:p>
            <a:r>
              <a:rPr lang="de-DE" sz="1600" dirty="0"/>
              <a:t>Touristen suchen Informationen verstreut</a:t>
            </a:r>
          </a:p>
          <a:p>
            <a:r>
              <a:rPr lang="de-DE" sz="1600" dirty="0"/>
              <a:t>Geschäfte gehen unter</a:t>
            </a:r>
          </a:p>
          <a:p>
            <a:r>
              <a:rPr lang="de-DE" sz="1600" dirty="0"/>
              <a:t>Sichtbarkeit</a:t>
            </a:r>
          </a:p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2974EB-8C18-7645-B90B-EA771D4297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F80E96C-C5A8-4342-82D9-8522668736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528DFB-E2CA-6249-AC24-3FA5A285D8A2}" type="datetime1">
              <a:rPr lang="de-DE" smtClean="0"/>
              <a:pPr/>
              <a:t>01.08.2025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F4EE2D-CB8B-884A-B413-2C90B7C20D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01CAF3-F0AF-904A-ADCC-E8D4C3F641FC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C7B9F70A-D897-954E-9395-9610C018BEF6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de-DE" dirty="0"/>
              <a:t>Wie ist die Idee entstanden?</a:t>
            </a:r>
          </a:p>
        </p:txBody>
      </p:sp>
    </p:spTree>
    <p:extLst>
      <p:ext uri="{BB962C8B-B14F-4D97-AF65-F5344CB8AC3E}">
        <p14:creationId xmlns:p14="http://schemas.microsoft.com/office/powerpoint/2010/main" val="207950385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140EFC7-8D99-085B-9351-45DBCEBDF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Was </a:t>
            </a:r>
            <a:r>
              <a:rPr lang="en-GB" dirty="0" err="1"/>
              <a:t>steckt</a:t>
            </a:r>
            <a:r>
              <a:rPr lang="en-GB" dirty="0"/>
              <a:t> </a:t>
            </a:r>
            <a:r>
              <a:rPr lang="en-GB" dirty="0" err="1"/>
              <a:t>dahinter</a:t>
            </a:r>
            <a:r>
              <a:rPr lang="de-DE" dirty="0"/>
              <a:t>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DB5426-5D98-D0E4-3FC5-93102FD29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02 </a:t>
            </a:r>
            <a:r>
              <a:rPr lang="de-DE" dirty="0" err="1"/>
              <a:t>Technologiestack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556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E894C01F-6513-5DAD-3642-27220B0E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Technologiestack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44D794-49DC-2351-AD37-F735785E0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01CAF3-F0AF-904A-ADCC-E8D4C3F641FC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132FF7C8-D393-A971-7C2B-F6300C56B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Was steckt dahinter?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E8B489A-6AF4-0669-FA86-8DA038ACE5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139" y="1696226"/>
            <a:ext cx="3465967" cy="1336420"/>
          </a:xfrm>
        </p:spPr>
        <p:txBody>
          <a:bodyPr/>
          <a:lstStyle/>
          <a:p>
            <a:r>
              <a:rPr lang="de-DE" dirty="0"/>
              <a:t>State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Bloc/</a:t>
            </a:r>
            <a:r>
              <a:rPr lang="de-DE" sz="1200" dirty="0" err="1"/>
              <a:t>Cubit</a:t>
            </a:r>
            <a:r>
              <a:rPr lang="de-DE" sz="1200" dirty="0"/>
              <a:t> Pattern für UI-Logik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Klare Zustandsübergänge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Modulare Zustände</a:t>
            </a:r>
          </a:p>
          <a:p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53C9789-5494-D9EA-3121-5E1BCF864D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348679" y="4986447"/>
            <a:ext cx="2969194" cy="1506426"/>
          </a:xfrm>
        </p:spPr>
        <p:txBody>
          <a:bodyPr>
            <a:normAutofit/>
          </a:bodyPr>
          <a:lstStyle/>
          <a:p>
            <a:r>
              <a:rPr lang="de-DE" dirty="0"/>
              <a:t>Lokalisierung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I18n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/>
              <a:t>Flutter_localizations</a:t>
            </a:r>
            <a:r>
              <a:rPr lang="de-DE" sz="1200" dirty="0"/>
              <a:t> + </a:t>
            </a:r>
            <a:r>
              <a:rPr lang="de-DE" sz="1200" dirty="0" err="1"/>
              <a:t>intl</a:t>
            </a:r>
            <a:endParaRPr lang="de-D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Dynamisch mehrsprachig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Lokal gespeichert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3C8CF5-0482-64C9-5304-B532C0048C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96710" y="3429000"/>
            <a:ext cx="2440198" cy="1332086"/>
          </a:xfrm>
        </p:spPr>
        <p:txBody>
          <a:bodyPr>
            <a:normAutofit fontScale="85000" lnSpcReduction="20000"/>
          </a:bodyPr>
          <a:lstStyle/>
          <a:p>
            <a:r>
              <a:rPr lang="de-DE" sz="1600" dirty="0"/>
              <a:t>Backend &amp; Daten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 err="1"/>
              <a:t>Firebase</a:t>
            </a:r>
            <a:r>
              <a:rPr lang="de-DE" sz="1500" dirty="0"/>
              <a:t> </a:t>
            </a:r>
            <a:r>
              <a:rPr lang="de-DE" sz="1500" dirty="0" err="1"/>
              <a:t>Firestore</a:t>
            </a:r>
            <a:endParaRPr lang="de-DE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/>
              <a:t>Collections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/>
              <a:t>Offline-Modus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500" dirty="0" err="1"/>
              <a:t>Firebase</a:t>
            </a:r>
            <a:r>
              <a:rPr lang="de-DE" sz="1500" dirty="0"/>
              <a:t> Storage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577E58A-00FF-4F1A-1763-6F1D3AF9DB6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2504" y="1664981"/>
            <a:ext cx="2969194" cy="1007598"/>
          </a:xfrm>
        </p:spPr>
        <p:txBody>
          <a:bodyPr>
            <a:normAutofit fontScale="77500" lnSpcReduction="20000"/>
          </a:bodyPr>
          <a:lstStyle/>
          <a:p>
            <a:r>
              <a:rPr lang="en-GB" sz="1800" dirty="0"/>
              <a:t>Framework </a:t>
            </a:r>
            <a:r>
              <a:rPr lang="de-DE" sz="1800" dirty="0"/>
              <a:t>&amp; Sprache</a:t>
            </a:r>
            <a:endParaRPr lang="el-G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Material 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ARM Code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A921511-EF2A-3737-54D6-199E3A8D43C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75118" y="4712456"/>
            <a:ext cx="2969194" cy="1007598"/>
          </a:xfrm>
        </p:spPr>
        <p:txBody>
          <a:bodyPr/>
          <a:lstStyle/>
          <a:p>
            <a:r>
              <a:rPr lang="de-DE" dirty="0"/>
              <a:t>Modularer Aufbau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Klare Trennung : Models – Services – UI – </a:t>
            </a:r>
            <a:r>
              <a:rPr lang="de-DE" sz="1200" dirty="0" err="1"/>
              <a:t>Cubits</a:t>
            </a:r>
            <a:r>
              <a:rPr lang="de-DE" sz="1200" dirty="0"/>
              <a:t> 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E005DDF-A8B8-D003-F407-CECF7D89AE4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54616" y="3416801"/>
            <a:ext cx="2561183" cy="1007598"/>
          </a:xfrm>
        </p:spPr>
        <p:txBody>
          <a:bodyPr>
            <a:normAutofit fontScale="92500" lnSpcReduction="10000"/>
          </a:bodyPr>
          <a:lstStyle/>
          <a:p>
            <a:r>
              <a:rPr lang="de-DE" sz="1500" dirty="0"/>
              <a:t>Lokaler Speicher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300" dirty="0" err="1"/>
              <a:t>SharedPreferences</a:t>
            </a:r>
            <a:r>
              <a:rPr lang="de-DE" sz="1300" dirty="0"/>
              <a:t>: </a:t>
            </a:r>
            <a:r>
              <a:rPr lang="de-DE" sz="1300" dirty="0" err="1"/>
              <a:t>locale</a:t>
            </a:r>
            <a:r>
              <a:rPr lang="de-DE" sz="1300" dirty="0"/>
              <a:t> + Favoriten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300" dirty="0"/>
              <a:t>Kein extra Login notwendig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4C71EE-4366-7E8C-541E-4FD867E5C7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446CA3-2FA1-C044-BC14-3FF1B4962C9D}" type="datetime1">
              <a:rPr lang="de-DE" smtClean="0"/>
              <a:pPr/>
              <a:t>01.08.2025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9024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140EFC7-8D99-085B-9351-45DBCEBDF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So funktioniert es technisch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DB5426-5D98-D0E4-3FC5-93102FD29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03 App Architektur</a:t>
            </a:r>
          </a:p>
        </p:txBody>
      </p:sp>
    </p:spTree>
    <p:extLst>
      <p:ext uri="{BB962C8B-B14F-4D97-AF65-F5344CB8AC3E}">
        <p14:creationId xmlns:p14="http://schemas.microsoft.com/office/powerpoint/2010/main" val="428832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B4DEA-E2C6-8202-8391-73C61AD0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6775A06D-E5FD-837E-8074-A223D151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 Architektur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CF8866-46E6-73F7-E734-119CA2D30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01CAF3-F0AF-904A-ADCC-E8D4C3F641FC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07E4DFB-0006-0D49-7958-156E4A9C1D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de-DE" dirty="0"/>
              <a:t>UI --&gt;|Event| </a:t>
            </a:r>
            <a:r>
              <a:rPr lang="de-DE" dirty="0" err="1"/>
              <a:t>Cubit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DE77AAA-F4D3-16DC-B043-1AD465E4F7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de-DE" sz="1200" dirty="0" err="1"/>
              <a:t>Cubit</a:t>
            </a:r>
            <a:r>
              <a:rPr lang="de-DE" sz="1200" dirty="0"/>
              <a:t> --&gt;|</a:t>
            </a:r>
            <a:r>
              <a:rPr lang="de-DE" sz="1200" dirty="0" err="1"/>
              <a:t>load</a:t>
            </a:r>
            <a:r>
              <a:rPr lang="de-DE" sz="1200" dirty="0"/>
              <a:t>()| Service</a:t>
            </a:r>
          </a:p>
          <a:p>
            <a:endParaRPr lang="de-DE" sz="1200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F443871D-1EFE-465C-CB5D-66C3224162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sz="1500" dirty="0"/>
              <a:t>Service --&gt;|</a:t>
            </a:r>
            <a:r>
              <a:rPr lang="de-DE" sz="1500" dirty="0" err="1"/>
              <a:t>fetch</a:t>
            </a:r>
            <a:r>
              <a:rPr lang="de-DE" sz="1500" dirty="0"/>
              <a:t>()| </a:t>
            </a:r>
            <a:r>
              <a:rPr lang="de-DE" sz="1500" dirty="0" err="1"/>
              <a:t>Firestore</a:t>
            </a:r>
            <a:endParaRPr lang="de-DE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500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C0DFFBE-CC42-AD84-4E18-A549D1961B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sz="1800" dirty="0" err="1"/>
              <a:t>Firestore</a:t>
            </a:r>
            <a:r>
              <a:rPr lang="de-DE" sz="1800" dirty="0"/>
              <a:t> --&gt; Service --&gt;|List&lt;Model&gt;| </a:t>
            </a:r>
            <a:r>
              <a:rPr lang="de-DE" sz="1800" dirty="0" err="1"/>
              <a:t>Cubit</a:t>
            </a:r>
            <a:endParaRPr lang="de-DE" sz="1800" dirty="0"/>
          </a:p>
          <a:p>
            <a:endParaRPr lang="el-GR" sz="1800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ED38F0E-E0D3-A1D9-D72F-370241704F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de-DE" sz="1200" dirty="0" err="1"/>
              <a:t>Cubit</a:t>
            </a:r>
            <a:r>
              <a:rPr lang="de-DE" sz="1200" dirty="0"/>
              <a:t> --&gt;|</a:t>
            </a:r>
            <a:r>
              <a:rPr lang="de-DE" sz="1200" dirty="0" err="1"/>
              <a:t>emit</a:t>
            </a:r>
            <a:r>
              <a:rPr lang="de-DE" sz="1200" dirty="0"/>
              <a:t>(</a:t>
            </a:r>
            <a:r>
              <a:rPr lang="de-DE" sz="1200" dirty="0" err="1"/>
              <a:t>state</a:t>
            </a:r>
            <a:r>
              <a:rPr lang="de-DE" sz="1200" dirty="0"/>
              <a:t>)| </a:t>
            </a:r>
          </a:p>
          <a:p>
            <a:endParaRPr lang="de-DE" sz="1200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29A09E76-6C59-D3EB-D227-03839E9B40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62391" y="4152153"/>
            <a:ext cx="1922148" cy="388713"/>
          </a:xfrm>
        </p:spPr>
        <p:txBody>
          <a:bodyPr>
            <a:normAutofit/>
          </a:bodyPr>
          <a:lstStyle/>
          <a:p>
            <a:r>
              <a:rPr lang="de-DE" sz="1300" dirty="0"/>
              <a:t>UI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1F50B68-8B54-924C-1AAF-578B3F977B3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 err="1"/>
              <a:t>Statebasiert</a:t>
            </a:r>
            <a:r>
              <a:rPr lang="de-DE" dirty="0"/>
              <a:t> mit </a:t>
            </a:r>
            <a:r>
              <a:rPr lang="de-DE" dirty="0" err="1"/>
              <a:t>Cubit</a:t>
            </a:r>
            <a:r>
              <a:rPr lang="de-DE" dirty="0"/>
              <a:t> 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B01A9939-37C7-A65D-586D-2C697AECFB6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/>
              <a:t>Datenfluss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E9CE9F9-6694-675F-4655-1A3EACB43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So funktioniert es technisch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8CD411-BBAA-249A-C4B3-B1CE722254F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446CA3-2FA1-C044-BC14-3FF1B4962C9D}" type="datetime1">
              <a:rPr lang="de-DE" smtClean="0"/>
              <a:pPr/>
              <a:t>01.08.2025</a:t>
            </a:fld>
            <a:endParaRPr lang="de-DE" dirty="0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FE30FCBB-82D7-A68B-4A56-023D13AE8778}"/>
              </a:ext>
            </a:extLst>
          </p:cNvPr>
          <p:cNvSpPr>
            <a:spLocks noGrp="1" noChangeArrowheads="1"/>
          </p:cNvSpPr>
          <p:nvPr>
            <p:ph type="body" sz="quarter" idx="30"/>
          </p:nvPr>
        </p:nvSpPr>
        <p:spPr bwMode="auto">
          <a:xfrm>
            <a:off x="6661076" y="1298715"/>
            <a:ext cx="437485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UI: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reagiert nur auf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Cubit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kontrolliert die Logik &amp; wechselt Zustand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Services: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holen Daten von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Firestore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Models: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definieren die Datenstruktur (z. B. Beach, Food)</a:t>
            </a:r>
          </a:p>
        </p:txBody>
      </p:sp>
    </p:spTree>
    <p:extLst>
      <p:ext uri="{BB962C8B-B14F-4D97-AF65-F5344CB8AC3E}">
        <p14:creationId xmlns:p14="http://schemas.microsoft.com/office/powerpoint/2010/main" val="6867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E48F1E8-20BA-A01F-A4B7-657C9C2DA8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de-DE" dirty="0"/>
              <a:t>Empty Page – Fullscreen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AFAF8F-AD25-B375-5EF8-9FD815FE84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5730" y="4533408"/>
            <a:ext cx="9491316" cy="1754326"/>
          </a:xfrm>
        </p:spPr>
        <p:txBody>
          <a:bodyPr/>
          <a:lstStyle/>
          <a:p>
            <a:r>
              <a:rPr lang="de-DE" dirty="0"/>
              <a:t>04 Datenmodell &amp; </a:t>
            </a:r>
            <a:r>
              <a:rPr lang="de-DE" dirty="0" err="1"/>
              <a:t>Firestore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2171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1846-ADEB-2399-4C51-E8EE29B1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C2FB8630-A55F-7DC4-2709-8D85C524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7" y="304800"/>
            <a:ext cx="11614525" cy="568325"/>
          </a:xfrm>
        </p:spPr>
        <p:txBody>
          <a:bodyPr anchor="ctr">
            <a:normAutofit/>
          </a:bodyPr>
          <a:lstStyle/>
          <a:p>
            <a:r>
              <a:rPr lang="de-DE" sz="3300" dirty="0"/>
              <a:t>Datenmodell &amp; </a:t>
            </a:r>
            <a:r>
              <a:rPr lang="de-DE" sz="3300" dirty="0" err="1"/>
              <a:t>Firestore</a:t>
            </a:r>
            <a:r>
              <a:rPr lang="de-DE" sz="3300" dirty="0"/>
              <a:t> Struktur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E4C098-F2C2-5183-BB3C-FAE664EB1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001CAF3-F0AF-904A-ADCC-E8D4C3F641FC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85BBA6F-436D-88B3-B5EB-8D10BED8B2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245" y="1627741"/>
            <a:ext cx="3545239" cy="419101"/>
          </a:xfrm>
        </p:spPr>
        <p:txBody>
          <a:bodyPr/>
          <a:lstStyle/>
          <a:p>
            <a:r>
              <a:rPr lang="en-US" dirty="0"/>
              <a:t>Daten in </a:t>
            </a:r>
            <a:r>
              <a:rPr lang="en-US" dirty="0" err="1"/>
              <a:t>Firestore</a:t>
            </a:r>
            <a:endParaRPr lang="en-US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A95B39-D8C1-6B4A-0120-1562866B05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3076" y="2075675"/>
            <a:ext cx="3545239" cy="1676475"/>
          </a:xfrm>
        </p:spPr>
        <p:txBody>
          <a:bodyPr/>
          <a:lstStyle/>
          <a:p>
            <a:r>
              <a:rPr lang="en-US" dirty="0" err="1"/>
              <a:t>Logisch</a:t>
            </a:r>
            <a:r>
              <a:rPr lang="en-US" dirty="0"/>
              <a:t> </a:t>
            </a:r>
            <a:r>
              <a:rPr lang="en-US" dirty="0" err="1"/>
              <a:t>gruppiert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Kategorien</a:t>
            </a:r>
            <a:r>
              <a:rPr lang="en-US" dirty="0"/>
              <a:t> 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2568F543-F063-D8E9-D14A-AB861B474D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6209" y="1627741"/>
            <a:ext cx="3545239" cy="419101"/>
          </a:xfrm>
        </p:spPr>
        <p:txBody>
          <a:bodyPr/>
          <a:lstStyle/>
          <a:p>
            <a:r>
              <a:rPr lang="en-US" dirty="0" err="1"/>
              <a:t>Datentypen</a:t>
            </a:r>
            <a:r>
              <a:rPr lang="en-US" dirty="0"/>
              <a:t> &amp; Format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616DAB13-22BA-A142-36EF-15942045E6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09040" y="2075675"/>
            <a:ext cx="3545239" cy="1676475"/>
          </a:xfrm>
        </p:spPr>
        <p:txBody>
          <a:bodyPr/>
          <a:lstStyle/>
          <a:p>
            <a:r>
              <a:rPr lang="en-US" dirty="0"/>
              <a:t>String , Boolean, Double </a:t>
            </a:r>
          </a:p>
          <a:p>
            <a:r>
              <a:rPr lang="en-US" dirty="0" err="1"/>
              <a:t>Lokalisierte</a:t>
            </a:r>
            <a:r>
              <a:rPr lang="en-US" dirty="0"/>
              <a:t> Felder 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493EE800-C073-1EDC-966C-12FE7366AC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68015" y="1627741"/>
            <a:ext cx="3545239" cy="419101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Mehrsprachige</a:t>
            </a:r>
            <a:r>
              <a:rPr lang="en-US" dirty="0"/>
              <a:t> </a:t>
            </a:r>
            <a:r>
              <a:rPr lang="en-US" dirty="0" err="1"/>
              <a:t>Inhalte</a:t>
            </a:r>
            <a:r>
              <a:rPr lang="en-US" dirty="0"/>
              <a:t> in den </a:t>
            </a:r>
            <a:r>
              <a:rPr lang="en-US" dirty="0" err="1"/>
              <a:t>Dokumenten</a:t>
            </a:r>
            <a:r>
              <a:rPr lang="en-US" dirty="0"/>
              <a:t> 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78ACD3A8-2C0D-C876-6126-FB2A844B05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0846" y="2075675"/>
            <a:ext cx="3545239" cy="1676475"/>
          </a:xfrm>
        </p:spPr>
        <p:txBody>
          <a:bodyPr/>
          <a:lstStyle/>
          <a:p>
            <a:r>
              <a:rPr lang="en-US" dirty="0" err="1"/>
              <a:t>Inhalte</a:t>
            </a:r>
            <a:r>
              <a:rPr lang="en-US" dirty="0"/>
              <a:t> 100% </a:t>
            </a:r>
            <a:r>
              <a:rPr lang="en-US" dirty="0" err="1"/>
              <a:t>dynamisch</a:t>
            </a:r>
            <a:r>
              <a:rPr lang="en-US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F99D824-3F04-62AD-E7C5-A64102037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886" y="879475"/>
            <a:ext cx="11614525" cy="419100"/>
          </a:xfrm>
        </p:spPr>
        <p:txBody>
          <a:bodyPr anchor="ctr">
            <a:normAutofit/>
          </a:bodyPr>
          <a:lstStyle/>
          <a:p>
            <a:r>
              <a:rPr lang="de-DE" sz="2200" dirty="0"/>
              <a:t>So funktioniert es technisch</a:t>
            </a:r>
          </a:p>
        </p:txBody>
      </p:sp>
      <p:sp>
        <p:nvSpPr>
          <p:cNvPr id="35" name="Footer Placeholder 10">
            <a:extLst>
              <a:ext uri="{FF2B5EF4-FFF2-40B4-BE49-F238E27FC236}">
                <a16:creationId xmlns:a16="http://schemas.microsoft.com/office/drawing/2014/main" id="{E885A98D-D8DB-85AA-B43A-A2CA887B4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7EF9C1-ED69-5B7D-7438-8D5065EAEFB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446CA3-2FA1-C044-BC14-3FF1B4962C9D}" type="datetime1">
              <a:rPr lang="de-DE" smtClean="0"/>
              <a:pPr>
                <a:spcAft>
                  <a:spcPts val="600"/>
                </a:spcAft>
              </a:pPr>
              <a:t>01.08.2025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457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140EFC7-8D99-085B-9351-45DBCEBDF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Nutzererlebnis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DB5426-5D98-D0E4-3FC5-93102FD29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05 Features &amp; UI </a:t>
            </a:r>
          </a:p>
        </p:txBody>
      </p:sp>
    </p:spTree>
    <p:extLst>
      <p:ext uri="{BB962C8B-B14F-4D97-AF65-F5344CB8AC3E}">
        <p14:creationId xmlns:p14="http://schemas.microsoft.com/office/powerpoint/2010/main" val="70844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B58E-60A3-4DB9-FC35-EBF2FC0D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5093E759-E970-37B1-25AA-A9C280B3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de-DE" sz="3300" dirty="0"/>
              <a:t>Datenmodell &amp; </a:t>
            </a:r>
            <a:r>
              <a:rPr lang="de-DE" sz="3300" dirty="0" err="1"/>
              <a:t>Firestore</a:t>
            </a:r>
            <a:r>
              <a:rPr lang="de-DE" sz="3300" dirty="0"/>
              <a:t> Struktur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DE70C1-1EEA-C080-9BD5-311477330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001CAF3-F0AF-904A-ADCC-E8D4C3F641FC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B5267522-252B-6539-45C5-CB7161DF20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UI &amp; </a:t>
            </a:r>
            <a:r>
              <a:rPr lang="en-US" dirty="0" err="1"/>
              <a:t>Nutzererlebnis</a:t>
            </a:r>
            <a:endParaRPr lang="en-US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A9501D-2727-E6B3-CB64-79BF129A5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Einfaches, intuitives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Must</a:t>
            </a:r>
            <a:r>
              <a:rPr lang="de-DE" dirty="0"/>
              <a:t>-Do-Filter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Favoriten-Feature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Offers</a:t>
            </a:r>
            <a:r>
              <a:rPr lang="de-DE" dirty="0"/>
              <a:t>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Offline-Modus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DC7AF2-42A9-85D2-E0AE-B02505270B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Navigation &amp; </a:t>
            </a:r>
            <a:r>
              <a:rPr lang="en-US" dirty="0" err="1"/>
              <a:t>Struktur</a:t>
            </a:r>
            <a:endParaRPr lang="en-US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0524415-A4E2-76C4-C9BC-AF360A9CAC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Bottom Navigation Bar mit 4 Tabs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Seitenstruktur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Zurück Handling &amp; </a:t>
            </a:r>
            <a:r>
              <a:rPr lang="de-DE" dirty="0" err="1"/>
              <a:t>Scrollbar</a:t>
            </a:r>
            <a:r>
              <a:rPr lang="de-DE" dirty="0"/>
              <a:t> optimiert für 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Detailseiten zeigen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2FFC67D3-651E-8692-F2EB-11AA17AF4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Mehrsprachigkeit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59D74198-7F73-88F3-6CC7-0126F6F40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endParaRPr lang="de-DE" sz="2200" dirty="0"/>
          </a:p>
        </p:txBody>
      </p:sp>
      <p:sp>
        <p:nvSpPr>
          <p:cNvPr id="35" name="Footer Placeholder 10">
            <a:extLst>
              <a:ext uri="{FF2B5EF4-FFF2-40B4-BE49-F238E27FC236}">
                <a16:creationId xmlns:a16="http://schemas.microsoft.com/office/drawing/2014/main" id="{E3511C6D-CC98-D420-116B-833B297D9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44548C-B6E3-F4D6-556E-C2DBF612DF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446CA3-2FA1-C044-BC14-3FF1B4962C9D}" type="datetime1">
              <a:rPr lang="de-DE" smtClean="0"/>
              <a:pPr>
                <a:spcAft>
                  <a:spcPts val="600"/>
                </a:spcAft>
              </a:pPr>
              <a:t>01.08.2025</a:t>
            </a:fld>
            <a:endParaRPr lang="de-DE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6F81BB4E-40AF-DD16-5BF1-A8380E25B824}"/>
              </a:ext>
            </a:extLst>
          </p:cNvPr>
          <p:cNvSpPr>
            <a:spLocks noGrp="1" noChangeArrowheads="1"/>
          </p:cNvSpPr>
          <p:nvPr>
            <p:ph type="body" sz="quarter" idx="20"/>
          </p:nvPr>
        </p:nvSpPr>
        <p:spPr bwMode="auto">
          <a:xfrm>
            <a:off x="8146518" y="1968505"/>
            <a:ext cx="353532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Inhalte in zwei Sprachen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Keine </a:t>
            </a:r>
            <a:r>
              <a:rPr lang="de-DE" dirty="0" err="1"/>
              <a:t>Hardcoded</a:t>
            </a:r>
            <a:r>
              <a:rPr lang="de-DE" dirty="0"/>
              <a:t> Strings –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dirty="0"/>
              <a:t>100 % dynamisch via </a:t>
            </a:r>
            <a:r>
              <a:rPr lang="de-DE" dirty="0" err="1"/>
              <a:t>Firestore</a:t>
            </a:r>
            <a:endParaRPr lang="de-DE" dirty="0"/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Lokalisierung via </a:t>
            </a:r>
            <a:r>
              <a:rPr lang="de-DE" dirty="0" err="1"/>
              <a:t>flutter_localizations</a:t>
            </a:r>
            <a:endParaRPr lang="de-DE" dirty="0"/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Locale Auswahl gespeichert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dirty="0"/>
              <a:t> mit </a:t>
            </a:r>
            <a:r>
              <a:rPr lang="de-DE" dirty="0" err="1"/>
              <a:t>SharedPreferences</a:t>
            </a:r>
            <a:endParaRPr lang="de-DE" dirty="0"/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Erweiterbar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7489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140EFC7-8D99-085B-9351-45DBCEBDF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DB5426-5D98-D0E4-3FC5-93102FD29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562716"/>
            <a:ext cx="10599147" cy="840230"/>
          </a:xfrm>
        </p:spPr>
        <p:txBody>
          <a:bodyPr/>
          <a:lstStyle/>
          <a:p>
            <a:r>
              <a:rPr lang="de-DE" sz="5400" dirty="0"/>
              <a:t>06 Herausforderung &amp; </a:t>
            </a:r>
            <a:r>
              <a:rPr lang="de-DE" sz="5400" dirty="0" err="1"/>
              <a:t>Learnings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267877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7257-F95E-4B33-8FA1-C9F5153F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0E41CE20-F697-A7A7-0971-2352B79E8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7" y="304800"/>
            <a:ext cx="11614525" cy="568325"/>
          </a:xfrm>
        </p:spPr>
        <p:txBody>
          <a:bodyPr anchor="ctr">
            <a:normAutofit/>
          </a:bodyPr>
          <a:lstStyle/>
          <a:p>
            <a:r>
              <a:rPr lang="de-DE" sz="3300" dirty="0"/>
              <a:t>Herausforderung &amp; </a:t>
            </a:r>
            <a:r>
              <a:rPr lang="de-DE" sz="3300" dirty="0" err="1"/>
              <a:t>Learnings</a:t>
            </a:r>
            <a:endParaRPr lang="de-DE" sz="33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F85285-5D2C-F5AE-480E-5C0C4068A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001CAF3-F0AF-904A-ADCC-E8D4C3F641FC}" type="slidenum">
              <a:rPr lang="de-DE" smtClean="0"/>
              <a:pPr>
                <a:spcAft>
                  <a:spcPts val="600"/>
                </a:spcAft>
              </a:pPr>
              <a:t>14</a:t>
            </a:fld>
            <a:endParaRPr lang="de-DE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DA40377-CF4D-4B74-F888-50952C6C5CB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098971" y="1870254"/>
            <a:ext cx="1847462" cy="292965"/>
          </a:xfrm>
        </p:spPr>
        <p:txBody>
          <a:bodyPr/>
          <a:lstStyle/>
          <a:p>
            <a:r>
              <a:rPr lang="en-US" dirty="0" err="1"/>
              <a:t>Technische</a:t>
            </a:r>
            <a:r>
              <a:rPr lang="en-US" dirty="0"/>
              <a:t> </a:t>
            </a:r>
            <a:r>
              <a:rPr lang="en-US" dirty="0" err="1"/>
              <a:t>Herausforderungen</a:t>
            </a:r>
            <a:endParaRPr lang="en-US" dirty="0"/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37EF56B4-8C22-FB56-DC58-A545D705DB1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890975" y="2369046"/>
            <a:ext cx="2250621" cy="8913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163F4AB8-F8B2-0558-53C3-EAF21276082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359720" y="4032301"/>
            <a:ext cx="1847462" cy="292965"/>
          </a:xfrm>
        </p:spPr>
        <p:txBody>
          <a:bodyPr/>
          <a:lstStyle/>
          <a:p>
            <a:r>
              <a:rPr lang="en-US" dirty="0"/>
              <a:t>Learnings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3ED4F04-1866-FB42-74CC-F25BA9A678E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60097" y="4528239"/>
            <a:ext cx="2250621" cy="891307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D13AADD1-C424-1B7F-7C24-BB0DEF7F101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864729" y="4027695"/>
            <a:ext cx="1847462" cy="292965"/>
          </a:xfrm>
        </p:spPr>
        <p:txBody>
          <a:bodyPr/>
          <a:lstStyle/>
          <a:p>
            <a:r>
              <a:rPr lang="en-US" dirty="0" err="1"/>
              <a:t>Entwicklungs-Herausforderungen</a:t>
            </a:r>
            <a:endParaRPr lang="en-US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8A099C54-B921-C5D5-EF41-0CF3FF8CD92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29242" y="4531094"/>
            <a:ext cx="2250621" cy="891307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872B24D-F0A2-FE34-836B-65458B7723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886" y="879475"/>
            <a:ext cx="11614525" cy="419100"/>
          </a:xfrm>
        </p:spPr>
        <p:txBody>
          <a:bodyPr anchor="ctr">
            <a:normAutofit/>
          </a:bodyPr>
          <a:lstStyle/>
          <a:p>
            <a:endParaRPr lang="de-DE" sz="2200" dirty="0"/>
          </a:p>
        </p:txBody>
      </p:sp>
      <p:sp>
        <p:nvSpPr>
          <p:cNvPr id="54" name="Footer Placeholder 11">
            <a:extLst>
              <a:ext uri="{FF2B5EF4-FFF2-40B4-BE49-F238E27FC236}">
                <a16:creationId xmlns:a16="http://schemas.microsoft.com/office/drawing/2014/main" id="{9973F858-8B50-8480-3B4B-854B2F4B2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C53BF0-6B47-594E-FDF4-E8C54BF11A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446CA3-2FA1-C044-BC14-3FF1B4962C9D}" type="datetime1">
              <a:rPr lang="de-DE" smtClean="0"/>
              <a:pPr>
                <a:spcAft>
                  <a:spcPts val="600"/>
                </a:spcAft>
              </a:pPr>
              <a:t>01.08.2025</a:t>
            </a:fld>
            <a:endParaRPr lang="de-DE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471261F-4D54-C77C-4890-980422F77B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8886" y="1559190"/>
            <a:ext cx="431784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Herausforderungen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Favoriten verschwinden beim Sprachwechsel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sz="1200" dirty="0"/>
              <a:t>Fehlende </a:t>
            </a:r>
            <a:r>
              <a:rPr lang="de-DE" altLang="de-DE" sz="1200" dirty="0" err="1"/>
              <a:t>Firestore</a:t>
            </a:r>
            <a:r>
              <a:rPr lang="de-DE" altLang="de-DE" sz="1200" dirty="0"/>
              <a:t>-Sicherheit out-</a:t>
            </a:r>
            <a:r>
              <a:rPr lang="de-DE" altLang="de-DE" sz="1200" dirty="0" err="1"/>
              <a:t>of</a:t>
            </a:r>
            <a:r>
              <a:rPr lang="de-DE" altLang="de-DE" sz="1200" dirty="0"/>
              <a:t>-</a:t>
            </a:r>
            <a:r>
              <a:rPr lang="de-DE" altLang="de-DE" sz="1200" dirty="0" err="1"/>
              <a:t>the</a:t>
            </a:r>
            <a:r>
              <a:rPr lang="de-DE" altLang="de-DE" sz="1200" dirty="0"/>
              <a:t>-box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State-Management mit Bloc/</a:t>
            </a:r>
            <a:r>
              <a:rPr lang="de-DE" sz="1200" dirty="0" err="1"/>
              <a:t>Cubit</a:t>
            </a:r>
            <a:endParaRPr lang="de-DE" sz="12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sz="1200" dirty="0"/>
              <a:t>Internationalisierung der Inhalte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sz="1200" dirty="0"/>
              <a:t>Modularisierung – klare Trennung von UI, State, </a:t>
            </a:r>
            <a:r>
              <a:rPr lang="de-DE" altLang="de-DE" sz="1200" dirty="0" err="1"/>
              <a:t>Service,Model</a:t>
            </a:r>
            <a:endParaRPr lang="de-DE" altLang="de-DE" sz="12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Offline-Modus &amp; Caching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827EF48-FD1E-B2BD-954A-6DE52C4CE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885" y="3304420"/>
            <a:ext cx="3414781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de-DE" altLang="de-DE" sz="1600" b="1" dirty="0" err="1"/>
              <a:t>Learnings</a:t>
            </a:r>
            <a:endParaRPr lang="de-DE" altLang="de-DE" sz="1600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Feature → </a:t>
            </a:r>
            <a:r>
              <a:rPr lang="de-DE" sz="1200" dirty="0" err="1"/>
              <a:t>Refactor</a:t>
            </a:r>
            <a:r>
              <a:rPr lang="de-DE" sz="1200" dirty="0"/>
              <a:t> → Test statt alles auf einmal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Flutter &amp; </a:t>
            </a:r>
            <a:r>
              <a:rPr lang="de-DE" sz="1200" dirty="0" err="1"/>
              <a:t>Firebase</a:t>
            </a:r>
            <a:r>
              <a:rPr lang="de-DE" sz="1200" dirty="0"/>
              <a:t> in der Praxis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Fehlerbehandlung &amp; Debugging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Ganzheitliches Denken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Anwendungsentwicklung ist nicht nur Code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917996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9826-2171-7C98-4667-E1A236C4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8AAFAB0-E972-70EE-8147-98C6A7A50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F11AD2-BA20-137C-99FE-3182DF5D6A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562716"/>
            <a:ext cx="11232372" cy="757130"/>
          </a:xfrm>
        </p:spPr>
        <p:txBody>
          <a:bodyPr/>
          <a:lstStyle/>
          <a:p>
            <a:r>
              <a:rPr lang="de-DE" sz="4800" dirty="0"/>
              <a:t>07 Business Value &amp; Monetarisierung</a:t>
            </a:r>
          </a:p>
        </p:txBody>
      </p:sp>
    </p:spTree>
    <p:extLst>
      <p:ext uri="{BB962C8B-B14F-4D97-AF65-F5344CB8AC3E}">
        <p14:creationId xmlns:p14="http://schemas.microsoft.com/office/powerpoint/2010/main" val="408274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1400B-6789-8C95-703E-8E459714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1B82A406-8BB1-E098-6C12-8BDB6B5E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7" y="304800"/>
            <a:ext cx="11614525" cy="568325"/>
          </a:xfrm>
        </p:spPr>
        <p:txBody>
          <a:bodyPr anchor="ctr">
            <a:normAutofit/>
          </a:bodyPr>
          <a:lstStyle/>
          <a:p>
            <a:r>
              <a:rPr lang="en-GB" sz="3300" dirty="0"/>
              <a:t>B</a:t>
            </a:r>
            <a:r>
              <a:rPr lang="de-DE" sz="3300" dirty="0" err="1"/>
              <a:t>usiness</a:t>
            </a:r>
            <a:r>
              <a:rPr lang="de-DE" sz="3300" dirty="0"/>
              <a:t> Value &amp; Monetarisierung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8C5E03-49CC-F6CA-0633-4EE4CB328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2" y="6492875"/>
            <a:ext cx="5476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001CAF3-F0AF-904A-ADCC-E8D4C3F641FC}" type="slidenum">
              <a:rPr lang="de-DE" smtClean="0"/>
              <a:pPr>
                <a:spcAft>
                  <a:spcPts val="600"/>
                </a:spcAft>
              </a:pPr>
              <a:t>16</a:t>
            </a:fld>
            <a:endParaRPr lang="de-DE"/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10B1691E-3616-E02E-D15C-674871C5E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5" y="1440239"/>
            <a:ext cx="11614525" cy="2698868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Für den </a:t>
            </a:r>
            <a:r>
              <a:rPr lang="en-US" sz="1600" dirty="0" err="1"/>
              <a:t>Nutzer</a:t>
            </a:r>
            <a:r>
              <a:rPr lang="en-US" sz="1600" dirty="0"/>
              <a:t> (Tourist)                                                                                                      Skalierungsmöglichkeiten </a:t>
            </a:r>
          </a:p>
          <a:p>
            <a:r>
              <a:rPr lang="en-US" sz="1200" dirty="0"/>
              <a:t>Alle </a:t>
            </a:r>
            <a:r>
              <a:rPr lang="en-US" sz="1200" dirty="0" err="1"/>
              <a:t>Infos</a:t>
            </a:r>
            <a:r>
              <a:rPr lang="en-US" sz="1200" dirty="0"/>
              <a:t> an </a:t>
            </a:r>
            <a:r>
              <a:rPr lang="en-US" sz="1200" dirty="0" err="1"/>
              <a:t>einem</a:t>
            </a:r>
            <a:r>
              <a:rPr lang="en-US" sz="1200" dirty="0"/>
              <a:t> Ort                                                                                                                                                 Modell </a:t>
            </a:r>
            <a:r>
              <a:rPr lang="en-US" sz="1200" dirty="0" err="1"/>
              <a:t>funktioniert</a:t>
            </a:r>
            <a:r>
              <a:rPr lang="en-US" sz="1200" dirty="0"/>
              <a:t> für </a:t>
            </a:r>
            <a:r>
              <a:rPr lang="en-US" sz="1200" dirty="0" err="1"/>
              <a:t>jedes</a:t>
            </a:r>
            <a:r>
              <a:rPr lang="en-US" sz="1200" dirty="0"/>
              <a:t> </a:t>
            </a:r>
            <a:r>
              <a:rPr lang="en-US" sz="1200" dirty="0" err="1"/>
              <a:t>Inselziel</a:t>
            </a:r>
            <a:r>
              <a:rPr lang="en-US" sz="1200" dirty="0"/>
              <a:t> in GR </a:t>
            </a:r>
          </a:p>
          <a:p>
            <a:r>
              <a:rPr lang="en-US" sz="1200" dirty="0" err="1"/>
              <a:t>Persönliche</a:t>
            </a:r>
            <a:r>
              <a:rPr lang="en-US" sz="1200" dirty="0"/>
              <a:t> </a:t>
            </a:r>
            <a:r>
              <a:rPr lang="en-US" sz="1200" dirty="0" err="1"/>
              <a:t>Favoriten</a:t>
            </a:r>
            <a:r>
              <a:rPr lang="en-US" sz="1200" dirty="0"/>
              <a:t>, Must-Do Listen, </a:t>
            </a:r>
            <a:r>
              <a:rPr lang="en-US" sz="1200" dirty="0" err="1"/>
              <a:t>Rabatte</a:t>
            </a:r>
            <a:r>
              <a:rPr lang="en-US" sz="1200" dirty="0"/>
              <a:t>                                                                                                       </a:t>
            </a:r>
            <a:r>
              <a:rPr lang="en-US" sz="1200" dirty="0" err="1"/>
              <a:t>Architektur</a:t>
            </a:r>
            <a:r>
              <a:rPr lang="en-US" sz="1200" dirty="0"/>
              <a:t> </a:t>
            </a:r>
            <a:r>
              <a:rPr lang="en-US" sz="1200" dirty="0" err="1"/>
              <a:t>erlaubt</a:t>
            </a:r>
            <a:r>
              <a:rPr lang="en-US" sz="1200" dirty="0"/>
              <a:t> Schnelle </a:t>
            </a:r>
            <a:r>
              <a:rPr lang="en-US" sz="1200" dirty="0" err="1"/>
              <a:t>Anpassung</a:t>
            </a:r>
            <a:r>
              <a:rPr lang="en-US" sz="1200" dirty="0"/>
              <a:t> auf </a:t>
            </a:r>
            <a:r>
              <a:rPr lang="en-US" sz="1200" dirty="0" err="1"/>
              <a:t>andere</a:t>
            </a:r>
            <a:r>
              <a:rPr lang="en-US" sz="1200" dirty="0"/>
              <a:t> Orte</a:t>
            </a:r>
          </a:p>
          <a:p>
            <a:r>
              <a:rPr lang="en-US" sz="1200" dirty="0" err="1"/>
              <a:t>Reisetipps</a:t>
            </a:r>
            <a:r>
              <a:rPr lang="en-US" sz="1200" dirty="0"/>
              <a:t>, Google Maps, </a:t>
            </a:r>
            <a:r>
              <a:rPr lang="en-US" sz="1200" dirty="0" err="1"/>
              <a:t>Webseite</a:t>
            </a:r>
            <a:r>
              <a:rPr lang="en-US" sz="1200" dirty="0"/>
              <a:t>                                                                                                                            </a:t>
            </a:r>
            <a:r>
              <a:rPr lang="en-US" sz="1200" dirty="0" err="1"/>
              <a:t>Möglichkeit</a:t>
            </a:r>
            <a:r>
              <a:rPr lang="en-US" sz="1200" dirty="0"/>
              <a:t> für White Labeling</a:t>
            </a:r>
          </a:p>
          <a:p>
            <a:pPr marL="0" indent="0">
              <a:buNone/>
            </a:pPr>
            <a:r>
              <a:rPr lang="en-US" sz="1600" dirty="0"/>
              <a:t>Für die </a:t>
            </a:r>
            <a:r>
              <a:rPr lang="en-US" sz="1600" dirty="0" err="1"/>
              <a:t>Unternehmen</a:t>
            </a:r>
            <a:r>
              <a:rPr lang="en-US" sz="1600" dirty="0"/>
              <a:t> </a:t>
            </a:r>
          </a:p>
          <a:p>
            <a:r>
              <a:rPr lang="en-US" sz="1200" dirty="0" err="1"/>
              <a:t>Sichtbarkeit</a:t>
            </a:r>
            <a:r>
              <a:rPr lang="en-US" sz="1200" dirty="0"/>
              <a:t> </a:t>
            </a:r>
            <a:r>
              <a:rPr lang="en-US" sz="1200" dirty="0" err="1"/>
              <a:t>bei</a:t>
            </a:r>
            <a:r>
              <a:rPr lang="en-US" sz="1200" dirty="0"/>
              <a:t> </a:t>
            </a:r>
            <a:r>
              <a:rPr lang="en-US" sz="1200" dirty="0" err="1"/>
              <a:t>gezieltem</a:t>
            </a:r>
            <a:r>
              <a:rPr lang="en-US" sz="1200" dirty="0"/>
              <a:t> </a:t>
            </a:r>
            <a:r>
              <a:rPr lang="en-US" sz="1200" dirty="0" err="1"/>
              <a:t>Publikum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Teilnahme</a:t>
            </a:r>
            <a:r>
              <a:rPr lang="en-US" sz="1200" dirty="0"/>
              <a:t> an </a:t>
            </a:r>
            <a:r>
              <a:rPr lang="en-US" sz="1200" dirty="0" err="1"/>
              <a:t>Angeboten</a:t>
            </a:r>
            <a:r>
              <a:rPr lang="en-US" sz="1200" dirty="0"/>
              <a:t> -&gt; </a:t>
            </a:r>
            <a:r>
              <a:rPr lang="en-US" sz="1200" dirty="0" err="1"/>
              <a:t>Kundenbindung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Günstiger</a:t>
            </a:r>
            <a:r>
              <a:rPr lang="en-US" sz="1200" dirty="0"/>
              <a:t> </a:t>
            </a:r>
            <a:r>
              <a:rPr lang="en-US" sz="1200" dirty="0" err="1"/>
              <a:t>als</a:t>
            </a:r>
            <a:r>
              <a:rPr lang="en-US" sz="1200" dirty="0"/>
              <a:t> </a:t>
            </a: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Werbung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E6D2EE75-A855-C356-51A3-7DD4A7D1066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23784" y="4482457"/>
            <a:ext cx="2883159" cy="388713"/>
          </a:xfrm>
        </p:spPr>
        <p:txBody>
          <a:bodyPr/>
          <a:lstStyle/>
          <a:p>
            <a:r>
              <a:rPr lang="en-US" dirty="0"/>
              <a:t>Basic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80629865-0D18-27BB-06B6-0EBDC973C9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76251" y="5025235"/>
            <a:ext cx="2883159" cy="1220449"/>
          </a:xfrm>
        </p:spPr>
        <p:txBody>
          <a:bodyPr/>
          <a:lstStyle/>
          <a:p>
            <a:r>
              <a:rPr lang="en-US" dirty="0" err="1"/>
              <a:t>Eintrag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Name, </a:t>
            </a:r>
            <a:r>
              <a:rPr lang="en-US" dirty="0" err="1"/>
              <a:t>Bild,Info</a:t>
            </a:r>
            <a:r>
              <a:rPr lang="en-US" dirty="0"/>
              <a:t>, Karte </a:t>
            </a:r>
          </a:p>
          <a:p>
            <a:r>
              <a:rPr lang="en-US" dirty="0"/>
              <a:t>Preis Early 95 </a:t>
            </a:r>
            <a:r>
              <a:rPr lang="de-DE" dirty="0"/>
              <a:t>€</a:t>
            </a:r>
            <a:endParaRPr lang="en-US" dirty="0"/>
          </a:p>
          <a:p>
            <a:r>
              <a:rPr lang="en-US" dirty="0"/>
              <a:t>Preis Standard 140 </a:t>
            </a:r>
            <a:r>
              <a:rPr lang="de-DE" dirty="0"/>
              <a:t>€</a:t>
            </a:r>
            <a:endParaRPr lang="en-US" dirty="0"/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6CEA2F5B-EB84-7385-A28A-5872B6D198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83278" y="4494857"/>
            <a:ext cx="2883159" cy="388713"/>
          </a:xfrm>
        </p:spPr>
        <p:txBody>
          <a:bodyPr/>
          <a:lstStyle/>
          <a:p>
            <a:r>
              <a:rPr lang="en-US" dirty="0"/>
              <a:t>Pro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6FBA37FB-9A25-E80D-0C8D-B1D238012D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40151" y="4489698"/>
            <a:ext cx="2883159" cy="388713"/>
          </a:xfrm>
        </p:spPr>
        <p:txBody>
          <a:bodyPr/>
          <a:lstStyle/>
          <a:p>
            <a:r>
              <a:rPr lang="en-US" dirty="0"/>
              <a:t>Add on 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C043C8AA-B87F-35DD-4861-2CF856A6C8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33124" y="5025234"/>
            <a:ext cx="2883159" cy="1220449"/>
          </a:xfrm>
        </p:spPr>
        <p:txBody>
          <a:bodyPr/>
          <a:lstStyle/>
          <a:p>
            <a:r>
              <a:rPr lang="en-US" dirty="0"/>
              <a:t>Basic + Must do </a:t>
            </a:r>
            <a:r>
              <a:rPr lang="en-US" dirty="0" err="1"/>
              <a:t>Platzierung</a:t>
            </a:r>
            <a:endParaRPr lang="en-US" dirty="0"/>
          </a:p>
          <a:p>
            <a:r>
              <a:rPr lang="en-US" dirty="0"/>
              <a:t>Preis Early Bird 130 </a:t>
            </a:r>
            <a:r>
              <a:rPr lang="de-DE" dirty="0"/>
              <a:t>€</a:t>
            </a:r>
            <a:endParaRPr lang="en-US" dirty="0"/>
          </a:p>
          <a:p>
            <a:r>
              <a:rPr lang="en-US" dirty="0"/>
              <a:t>Preis Standard 180 </a:t>
            </a:r>
            <a:r>
              <a:rPr lang="de-DE" dirty="0"/>
              <a:t>€</a:t>
            </a:r>
            <a:endParaRPr lang="en-US" dirty="0"/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DD03DBE5-C431-F6DA-9673-6EEF080C51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795237" y="5025234"/>
            <a:ext cx="2883159" cy="1220449"/>
          </a:xfrm>
        </p:spPr>
        <p:txBody>
          <a:bodyPr/>
          <a:lstStyle/>
          <a:p>
            <a:r>
              <a:rPr lang="en-US" dirty="0" err="1"/>
              <a:t>Angebots</a:t>
            </a:r>
            <a:r>
              <a:rPr lang="en-US" dirty="0"/>
              <a:t>-Feature ( +1 Offer)</a:t>
            </a:r>
          </a:p>
          <a:p>
            <a:r>
              <a:rPr lang="en-US" dirty="0"/>
              <a:t>Preis Early Bird 30 </a:t>
            </a:r>
            <a:r>
              <a:rPr lang="de-DE" dirty="0"/>
              <a:t>€</a:t>
            </a:r>
            <a:endParaRPr lang="en-US" dirty="0"/>
          </a:p>
          <a:p>
            <a:r>
              <a:rPr lang="en-US" dirty="0"/>
              <a:t>Preis Standard 50 </a:t>
            </a:r>
            <a:r>
              <a:rPr lang="de-DE" dirty="0"/>
              <a:t>€</a:t>
            </a:r>
            <a:endParaRPr lang="en-US" dirty="0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4ABF4063-2E66-5DD2-0990-39E0A030A8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886" y="879475"/>
            <a:ext cx="11614525" cy="419100"/>
          </a:xfrm>
        </p:spPr>
        <p:txBody>
          <a:bodyPr anchor="ctr">
            <a:normAutofit/>
          </a:bodyPr>
          <a:lstStyle/>
          <a:p>
            <a:endParaRPr lang="en-US" sz="2200" dirty="0"/>
          </a:p>
        </p:txBody>
      </p:sp>
      <p:sp>
        <p:nvSpPr>
          <p:cNvPr id="73" name="Footer Placeholder 11">
            <a:extLst>
              <a:ext uri="{FF2B5EF4-FFF2-40B4-BE49-F238E27FC236}">
                <a16:creationId xmlns:a16="http://schemas.microsoft.com/office/drawing/2014/main" id="{E970118B-0A3C-EC01-6728-6C13C5EDF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886" y="6492875"/>
            <a:ext cx="5647114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BFCF0D-EB9D-B82A-0534-BDA43B92F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25891" y="6492873"/>
            <a:ext cx="19184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446CA3-2FA1-C044-BC14-3FF1B4962C9D}" type="datetime1">
              <a:rPr lang="de-DE" smtClean="0"/>
              <a:pPr>
                <a:spcAft>
                  <a:spcPts val="600"/>
                </a:spcAft>
              </a:pPr>
              <a:t>01.08.2025</a:t>
            </a:fld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1D34A99-CC4A-4D92-5E11-35BB08D3CD4D}"/>
              </a:ext>
            </a:extLst>
          </p:cNvPr>
          <p:cNvSpPr txBox="1"/>
          <p:nvPr/>
        </p:nvSpPr>
        <p:spPr>
          <a:xfrm>
            <a:off x="4080192" y="3966028"/>
            <a:ext cx="4089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 err="1"/>
              <a:t>Monetarisierungsmodell</a:t>
            </a:r>
            <a:r>
              <a:rPr lang="de-DE" sz="1600" dirty="0"/>
              <a:t> (Abo)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ABF3D08-1082-A92C-B293-A9AFB92BDFC6}"/>
              </a:ext>
            </a:extLst>
          </p:cNvPr>
          <p:cNvSpPr txBox="1"/>
          <p:nvPr/>
        </p:nvSpPr>
        <p:spPr>
          <a:xfrm>
            <a:off x="7795237" y="3846721"/>
            <a:ext cx="3364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/>
              <a:t>Laufzeit : Immer 12 Monate</a:t>
            </a:r>
          </a:p>
          <a:p>
            <a:pPr algn="l"/>
            <a:r>
              <a:rPr lang="de-DE" sz="1600" dirty="0">
                <a:solidFill>
                  <a:schemeClr val="tx1"/>
                </a:solidFill>
              </a:rPr>
              <a:t>Bonus</a:t>
            </a:r>
            <a:r>
              <a:rPr lang="de-DE" sz="1600" dirty="0"/>
              <a:t>: </a:t>
            </a:r>
            <a:r>
              <a:rPr lang="de-DE" sz="1600" dirty="0" err="1"/>
              <a:t>T-shirt</a:t>
            </a:r>
            <a:r>
              <a:rPr lang="de-DE" sz="1600" dirty="0"/>
              <a:t> + Sticker für Early Birds</a:t>
            </a:r>
            <a:endParaRPr lang="de-D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532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B1FB3A2-B21F-413C-AD47-7053749D7E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Katerina Fotiadou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CBFE52-6D35-410E-B5A1-85911A31E4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AED0DA-8125-440D-9718-AB54F6BEC0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afotiadou@ad.cimt.de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B893EA-94D4-47BE-9D61-0ACE9783B0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+49 40 533 02-0 </a:t>
            </a:r>
          </a:p>
        </p:txBody>
      </p:sp>
    </p:spTree>
    <p:extLst>
      <p:ext uri="{BB962C8B-B14F-4D97-AF65-F5344CB8AC3E}">
        <p14:creationId xmlns:p14="http://schemas.microsoft.com/office/powerpoint/2010/main" val="1408075831"/>
      </p:ext>
    </p:extLst>
  </p:cSld>
  <p:clrMapOvr>
    <a:masterClrMapping/>
  </p:clrMapOvr>
</p:sld>
</file>

<file path=ppt/theme/theme1.xml><?xml version="1.0" encoding="utf-8"?>
<a:theme xmlns:a="http://schemas.openxmlformats.org/drawingml/2006/main" name="Folienmaster - cimt consulting 05_21">
  <a:themeElements>
    <a:clrScheme name="Folienmaster - cimt consulting 05_21">
      <a:dk1>
        <a:srgbClr val="666666"/>
      </a:dk1>
      <a:lt1>
        <a:srgbClr val="FFFFFF"/>
      </a:lt1>
      <a:dk2>
        <a:srgbClr val="EE6600"/>
      </a:dk2>
      <a:lt2>
        <a:srgbClr val="FFDE94"/>
      </a:lt2>
      <a:accent1>
        <a:srgbClr val="344973"/>
      </a:accent1>
      <a:accent2>
        <a:srgbClr val="919EAF"/>
      </a:accent2>
      <a:accent3>
        <a:srgbClr val="E6414C"/>
      </a:accent3>
      <a:accent4>
        <a:srgbClr val="538135"/>
      </a:accent4>
      <a:accent5>
        <a:srgbClr val="666666"/>
      </a:accent5>
      <a:accent6>
        <a:srgbClr val="666666"/>
      </a:accent6>
      <a:hlink>
        <a:srgbClr val="0563C1"/>
      </a:hlink>
      <a:folHlink>
        <a:srgbClr val="954F72"/>
      </a:folHlink>
    </a:clrScheme>
    <a:fontScheme name="Folienmaster - cimt consulting">
      <a:majorFont>
        <a:latin typeface="Metropolis Extra Light"/>
        <a:ea typeface=""/>
        <a:cs typeface=""/>
      </a:majorFont>
      <a:minorFont>
        <a:latin typeface="Metropolis Extr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0DB15680-1FE5-472A-B86C-21E925E2F5D3}" vid="{41E4F5EF-967B-4B92-A087-DE943AE3DC5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b7a9fa1-3003-4732-93d7-42735013d274" xsi:nil="true"/>
    <lcf76f155ced4ddcb4097134ff3c332f xmlns="1c4d4369-98ca-4531-8c86-6fb6b7141b4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3CA7DD955F6024C9386525A0FAC1BED" ma:contentTypeVersion="15" ma:contentTypeDescription="Ein neues Dokument erstellen." ma:contentTypeScope="" ma:versionID="371be1c161986497da9e3c203dedbf6b">
  <xsd:schema xmlns:xsd="http://www.w3.org/2001/XMLSchema" xmlns:xs="http://www.w3.org/2001/XMLSchema" xmlns:p="http://schemas.microsoft.com/office/2006/metadata/properties" xmlns:ns2="1c4d4369-98ca-4531-8c86-6fb6b7141b47" xmlns:ns3="8b7a9fa1-3003-4732-93d7-42735013d274" targetNamespace="http://schemas.microsoft.com/office/2006/metadata/properties" ma:root="true" ma:fieldsID="6ca330a30e6f4f17499de88988cbe0e1" ns2:_="" ns3:_="">
    <xsd:import namespace="1c4d4369-98ca-4531-8c86-6fb6b7141b47"/>
    <xsd:import namespace="8b7a9fa1-3003-4732-93d7-42735013d2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4d4369-98ca-4531-8c86-6fb6b7141b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3a4d7b46-b7eb-41f5-be41-8b295aff73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7a9fa1-3003-4732-93d7-42735013d27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6da3a297-3f47-494e-8fbd-053a20c8b180}" ma:internalName="TaxCatchAll" ma:showField="CatchAllData" ma:web="8b7a9fa1-3003-4732-93d7-42735013d2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CF319E-DB0D-4FD7-931C-F329A7528F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A5265E-523B-4268-9072-CA9017F830DC}">
  <ds:schemaRefs>
    <ds:schemaRef ds:uri="1c4d4369-98ca-4531-8c86-6fb6b7141b47"/>
    <ds:schemaRef ds:uri="8b7a9fa1-3003-4732-93d7-42735013d2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6613A29-9C0D-47D3-8352-A581C49E81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4d4369-98ca-4531-8c86-6fb6b7141b47"/>
    <ds:schemaRef ds:uri="8b7a9fa1-3003-4732-93d7-42735013d2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563</Words>
  <Application>Microsoft Office PowerPoint</Application>
  <PresentationFormat>Breitbild</PresentationFormat>
  <Paragraphs>158</Paragraphs>
  <Slides>17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5" baseType="lpstr">
      <vt:lpstr>Arial</vt:lpstr>
      <vt:lpstr>Calibri</vt:lpstr>
      <vt:lpstr>Metropolis</vt:lpstr>
      <vt:lpstr>Metropolis Extra Light</vt:lpstr>
      <vt:lpstr>Metropolis Extra Light</vt:lpstr>
      <vt:lpstr>Open Sans</vt:lpstr>
      <vt:lpstr>Wingdings</vt:lpstr>
      <vt:lpstr>Folienmaster - cimt consulting 05_21</vt:lpstr>
      <vt:lpstr>PowerPoint-Präsentation</vt:lpstr>
      <vt:lpstr>PowerPoint-Präsentation</vt:lpstr>
      <vt:lpstr>PowerPoint-Präsentation</vt:lpstr>
      <vt:lpstr>Ziel der App</vt:lpstr>
      <vt:lpstr>PowerPoint-Präsentation</vt:lpstr>
      <vt:lpstr>Technologiestack</vt:lpstr>
      <vt:lpstr>PowerPoint-Präsentation</vt:lpstr>
      <vt:lpstr>App Architektur</vt:lpstr>
      <vt:lpstr>PowerPoint-Präsentation</vt:lpstr>
      <vt:lpstr>Datenmodell &amp; Firestore Struktur</vt:lpstr>
      <vt:lpstr>PowerPoint-Präsentation</vt:lpstr>
      <vt:lpstr>Datenmodell &amp; Firestore Struktur</vt:lpstr>
      <vt:lpstr>PowerPoint-Präsentation</vt:lpstr>
      <vt:lpstr>Herausforderung &amp; Learnings</vt:lpstr>
      <vt:lpstr>PowerPoint-Präsentation</vt:lpstr>
      <vt:lpstr>Business Value &amp; Monetarisierung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 Metz</dc:creator>
  <cp:lastModifiedBy>Katerina Fotiadou</cp:lastModifiedBy>
  <cp:revision>7</cp:revision>
  <dcterms:created xsi:type="dcterms:W3CDTF">2022-09-07T12:29:12Z</dcterms:created>
  <dcterms:modified xsi:type="dcterms:W3CDTF">2025-08-01T13:22:47Z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0x01010003CA7DD955F6024C9386525A0FAC1BED</vt:lpwstr>
  </property>
  <property fmtid="{D5CDD505-2E9C-101B-9397-08002B2CF9AE}" pid="3" name="MediaServiceImageTags">
    <vt:lpwstr/>
  </property>
</Properties>
</file>